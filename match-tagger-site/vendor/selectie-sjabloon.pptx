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authors.xml" ContentType="application/vnd.ms-powerpoint.authors+xml"/>
  <Override PartName="/ppt/theme/theme1.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3" r:id="rId3"/>
    <p:sldMasterId id="2147483669" r:id="rId4"/>
    <p:sldMasterId id="2147483697" r:id="rId5"/>
    <p:sldMasterId id="2147483711" r:id="rId6"/>
  </p:sldMasterIdLst>
  <p:notesMasterIdLst>
    <p:notesMasterId r:id="rId9"/>
  </p:notesMasterIdLst>
  <p:handoutMasterIdLst>
    <p:handoutMasterId r:id="rId10"/>
  </p:handoutMasterIdLst>
  <p:sldIdLst>
    <p:sldId id="5689" r:id="rId7"/>
    <p:sldId id="5690" r:id="rId8"/>
  </p:sldIdLst>
  <p:sldSz cx="12192000" cy="6858000"/>
  <p:notesSz cx="6858000" cy="9144000"/>
  <p:embeddedFontLst>
    <p:embeddedFont>
      <p:font typeface="Aharoni" panose="02010803020104030203" pitchFamily="2" charset="-79"/>
      <p:bold r:id="rId11"/>
    </p:embeddedFont>
    <p:embeddedFont>
      <p:font typeface="Söhne" panose="020B0604020202020204" charset="0"/>
      <p:regular r:id="rId12"/>
      <p:bold r:id="rId13"/>
      <p:italic r:id="rId14"/>
      <p:boldItalic r:id="rId15"/>
    </p:embeddedFont>
    <p:embeddedFont>
      <p:font typeface="Söhne Breit" panose="020B0604020202020204" charset="0"/>
      <p:regular r:id="rId16"/>
      <p:bold r:id="rId17"/>
      <p:italic r:id="rId18"/>
      <p:boldItalic r:id="rId19"/>
    </p:embeddedFont>
    <p:embeddedFont>
      <p:font typeface="Söhne Breit Halbfett" panose="020B0604020202020204" charset="0"/>
      <p:regular r:id="rId20"/>
      <p:bold r:id="rId21"/>
      <p:italic r:id="rId22"/>
      <p:boldItalic r:id="rId23"/>
    </p:embeddedFont>
    <p:embeddedFont>
      <p:font typeface="Söhne Breit Kräftig" panose="020B0604020202020204" charset="0"/>
      <p:regular r:id="rId24"/>
      <p:italic r:id="rId25"/>
    </p:embeddedFont>
    <p:embeddedFont>
      <p:font typeface="Söhne Breit Leicht" panose="020B0604020202020204" charset="0"/>
      <p:regular r:id="rId26"/>
      <p:italic r:id="rId27"/>
    </p:embeddedFont>
    <p:embeddedFont>
      <p:font typeface="Söhne Schmal" panose="020B0604020202020204" charset="0"/>
      <p:regular r:id="rId28"/>
      <p:bold r:id="rId29"/>
      <p:italic r:id="rId30"/>
      <p:boldItalic r:id="rId31"/>
    </p:embeddedFont>
    <p:embeddedFont>
      <p:font typeface="Söhne Schmal Fett" panose="020B0604020202020204" charset="0"/>
      <p:bold r:id="rId32"/>
      <p:italic r:id="rId33"/>
      <p:boldItalic r:id="rId34"/>
    </p:embeddedFont>
    <p:embeddedFont>
      <p:font typeface="Söhne Schmal Halbfett" panose="020B0604020202020204" charset="0"/>
      <p:regular r:id="rId35"/>
      <p:bold r:id="rId36"/>
      <p:italic r:id="rId37"/>
      <p:boldItalic r:id="rId38"/>
    </p:embeddedFont>
    <p:embeddedFont>
      <p:font typeface="Söhne Schmal Halbfett Kursiv" panose="020B0604020202020204" charset="0"/>
      <p:bold r:id="rId39"/>
      <p:italic r:id="rId40"/>
      <p:boldItalic r:id="rId41"/>
    </p:embeddedFont>
  </p:embeddedFont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lub Brugge" id="{E920F91F-5427-D940-A4B7-8486BCA69B8B}">
          <p14:sldIdLst>
            <p14:sldId id="5689"/>
            <p14:sldId id="56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8563C65-669B-07BF-C962-13F95F62B6FD}" name="Thomas Rypens" initials="TR" userId="S::thomas.rypens@clubbrugge.be::9f75186d-30bd-42e2-a8a7-8fee4a6f25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0CCFF"/>
    <a:srgbClr val="B88F00"/>
    <a:srgbClr val="F4F6F9"/>
    <a:srgbClr val="0672FF"/>
    <a:srgbClr val="B4DEE8"/>
    <a:srgbClr val="0D121A"/>
    <a:srgbClr val="191E25"/>
    <a:srgbClr val="91A3C2"/>
    <a:srgbClr val="0C12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88" autoAdjust="0"/>
    <p:restoredTop sz="94697"/>
  </p:normalViewPr>
  <p:slideViewPr>
    <p:cSldViewPr snapToGrid="0" snapToObjects="1">
      <p:cViewPr varScale="1">
        <p:scale>
          <a:sx n="78" d="100"/>
          <a:sy n="78" d="100"/>
        </p:scale>
        <p:origin x="1061" y="82"/>
      </p:cViewPr>
      <p:guideLst/>
    </p:cSldViewPr>
  </p:slideViewPr>
  <p:notesTextViewPr>
    <p:cViewPr>
      <p:scale>
        <a:sx n="1" d="1"/>
        <a:sy n="1" d="1"/>
      </p:scale>
      <p:origin x="0" y="0"/>
    </p:cViewPr>
  </p:notesTextViewPr>
  <p:notesViewPr>
    <p:cSldViewPr snapToGrid="0" snapToObjects="1">
      <p:cViewPr varScale="1">
        <p:scale>
          <a:sx n="146" d="100"/>
          <a:sy n="146" d="100"/>
        </p:scale>
        <p:origin x="3832"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9" Type="http://schemas.openxmlformats.org/officeDocument/2006/relationships/font" Target="fonts/font29.fntdata"/><Relationship Id="rId21" Type="http://schemas.openxmlformats.org/officeDocument/2006/relationships/font" Target="fonts/font11.fntdata"/><Relationship Id="rId34" Type="http://schemas.openxmlformats.org/officeDocument/2006/relationships/font" Target="fonts/font24.fntdata"/><Relationship Id="rId42" Type="http://schemas.openxmlformats.org/officeDocument/2006/relationships/presProps" Target="presProps.xml"/><Relationship Id="rId47" Type="http://schemas.openxmlformats.org/officeDocument/2006/relationships/customXml" Target="../customXml/item3.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font" Target="fonts/font6.fntdata"/><Relationship Id="rId29" Type="http://schemas.openxmlformats.org/officeDocument/2006/relationships/font" Target="fonts/font19.fntdata"/><Relationship Id="rId1" Type="http://schemas.openxmlformats.org/officeDocument/2006/relationships/customXml" Target="../customXml/item1.xml"/><Relationship Id="rId6" Type="http://schemas.openxmlformats.org/officeDocument/2006/relationships/slideMaster" Target="slideMasters/slideMaster4.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font" Target="fonts/font22.fntdata"/><Relationship Id="rId37" Type="http://schemas.openxmlformats.org/officeDocument/2006/relationships/font" Target="fonts/font27.fntdata"/><Relationship Id="rId40" Type="http://schemas.openxmlformats.org/officeDocument/2006/relationships/font" Target="fonts/font30.fntdata"/><Relationship Id="rId45" Type="http://schemas.openxmlformats.org/officeDocument/2006/relationships/tableStyles" Target="tableStyles.xml"/><Relationship Id="rId5" Type="http://schemas.openxmlformats.org/officeDocument/2006/relationships/slideMaster" Target="slideMasters/slideMaster3.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36" Type="http://schemas.openxmlformats.org/officeDocument/2006/relationships/font" Target="fonts/font26.fntdata"/><Relationship Id="rId10" Type="http://schemas.openxmlformats.org/officeDocument/2006/relationships/handoutMaster" Target="handoutMasters/handoutMaster1.xml"/><Relationship Id="rId19" Type="http://schemas.openxmlformats.org/officeDocument/2006/relationships/font" Target="fonts/font9.fntdata"/><Relationship Id="rId31" Type="http://schemas.openxmlformats.org/officeDocument/2006/relationships/font" Target="fonts/font21.fntdata"/><Relationship Id="rId44" Type="http://schemas.openxmlformats.org/officeDocument/2006/relationships/theme" Target="theme/theme1.xml"/><Relationship Id="rId4" Type="http://schemas.openxmlformats.org/officeDocument/2006/relationships/slideMaster" Target="slideMasters/slideMaster2.xml"/><Relationship Id="rId9" Type="http://schemas.openxmlformats.org/officeDocument/2006/relationships/notesMaster" Target="notesMasters/notesMaster1.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font" Target="fonts/font20.fntdata"/><Relationship Id="rId35" Type="http://schemas.openxmlformats.org/officeDocument/2006/relationships/font" Target="fonts/font25.fntdata"/><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slideMaster" Target="slideMasters/slideMaster1.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font" Target="fonts/font23.fntdata"/><Relationship Id="rId38" Type="http://schemas.openxmlformats.org/officeDocument/2006/relationships/font" Target="fonts/font28.fntdata"/><Relationship Id="rId46" Type="http://schemas.microsoft.com/office/2018/10/relationships/authors" Target="authors.xml"/><Relationship Id="rId20" Type="http://schemas.openxmlformats.org/officeDocument/2006/relationships/font" Target="fonts/font10.fntdata"/><Relationship Id="rId41" Type="http://schemas.openxmlformats.org/officeDocument/2006/relationships/font" Target="fonts/font3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395D950C-3022-84B6-0D2D-5FE9E925ADD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D53B5D9D-4364-A676-C31E-7187DBD6B8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FB4B3A-02AA-9F48-A37E-EBD27EDACAE2}" type="datetimeFigureOut">
              <a:rPr lang="nl-BE" smtClean="0"/>
              <a:t>11/05/2026</a:t>
            </a:fld>
            <a:endParaRPr lang="nl-BE"/>
          </a:p>
        </p:txBody>
      </p:sp>
      <p:sp>
        <p:nvSpPr>
          <p:cNvPr id="4" name="Tijdelijke aanduiding voor voettekst 3">
            <a:extLst>
              <a:ext uri="{FF2B5EF4-FFF2-40B4-BE49-F238E27FC236}">
                <a16:creationId xmlns:a16="http://schemas.microsoft.com/office/drawing/2014/main" id="{181752FE-1C8A-4817-B841-DBE8ABC5F0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3F652360-70E4-7F87-8E8A-589A90C9F5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044B05-D24E-204B-A1D2-F98126D69516}" type="slidenum">
              <a:rPr lang="nl-BE" smtClean="0"/>
              <a:t>‹nr.›</a:t>
            </a:fld>
            <a:endParaRPr lang="nl-BE"/>
          </a:p>
        </p:txBody>
      </p:sp>
    </p:spTree>
    <p:extLst>
      <p:ext uri="{BB962C8B-B14F-4D97-AF65-F5344CB8AC3E}">
        <p14:creationId xmlns:p14="http://schemas.microsoft.com/office/powerpoint/2010/main" val="112636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A5906F-FF6A-A848-A648-1DBE3E927F42}" type="datetimeFigureOut">
              <a:rPr lang="nl-BE" smtClean="0"/>
              <a:t>11/05/2026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80731C-DA66-554A-A2AD-0BA617630BBD}" type="slidenum">
              <a:rPr lang="nl-BE" smtClean="0"/>
              <a:t>‹nr.›</a:t>
            </a:fld>
            <a:endParaRPr lang="nl-BE"/>
          </a:p>
        </p:txBody>
      </p:sp>
    </p:spTree>
    <p:extLst>
      <p:ext uri="{BB962C8B-B14F-4D97-AF65-F5344CB8AC3E}">
        <p14:creationId xmlns:p14="http://schemas.microsoft.com/office/powerpoint/2010/main" val="2659767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D5ED3-123A-1714-4733-ABB42EA3D0E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A006FF2-85E9-9A77-1565-638D1F1DC82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058E01A-12A5-A680-B87D-2AD08844926A}"/>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B042DCF6-A899-6185-BA71-69E801B4E3C2}"/>
              </a:ext>
            </a:extLst>
          </p:cNvPr>
          <p:cNvSpPr>
            <a:spLocks noGrp="1"/>
          </p:cNvSpPr>
          <p:nvPr>
            <p:ph type="sldNum" sz="quarter" idx="5"/>
          </p:nvPr>
        </p:nvSpPr>
        <p:spPr/>
        <p:txBody>
          <a:bodyPr/>
          <a:lstStyle/>
          <a:p>
            <a:fld id="{BD80731C-DA66-554A-A2AD-0BA617630BBD}" type="slidenum">
              <a:rPr lang="nl-BE" smtClean="0"/>
              <a:t>1</a:t>
            </a:fld>
            <a:endParaRPr lang="nl-BE"/>
          </a:p>
        </p:txBody>
      </p:sp>
    </p:spTree>
    <p:extLst>
      <p:ext uri="{BB962C8B-B14F-4D97-AF65-F5344CB8AC3E}">
        <p14:creationId xmlns:p14="http://schemas.microsoft.com/office/powerpoint/2010/main" val="3719555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D5ED3-123A-1714-4733-ABB42EA3D0E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A006FF2-85E9-9A77-1565-638D1F1DC82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058E01A-12A5-A680-B87D-2AD08844926A}"/>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B042DCF6-A899-6185-BA71-69E801B4E3C2}"/>
              </a:ext>
            </a:extLst>
          </p:cNvPr>
          <p:cNvSpPr>
            <a:spLocks noGrp="1"/>
          </p:cNvSpPr>
          <p:nvPr>
            <p:ph type="sldNum" sz="quarter" idx="5"/>
          </p:nvPr>
        </p:nvSpPr>
        <p:spPr/>
        <p:txBody>
          <a:bodyPr/>
          <a:lstStyle/>
          <a:p>
            <a:fld id="{BD80731C-DA66-554A-A2AD-0BA617630BBD}" type="slidenum">
              <a:rPr lang="nl-BE" smtClean="0"/>
              <a:t>2</a:t>
            </a:fld>
            <a:endParaRPr lang="nl-BE"/>
          </a:p>
        </p:txBody>
      </p:sp>
    </p:spTree>
    <p:extLst>
      <p:ext uri="{BB962C8B-B14F-4D97-AF65-F5344CB8AC3E}">
        <p14:creationId xmlns:p14="http://schemas.microsoft.com/office/powerpoint/2010/main" val="3730672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9.emf"/><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 Optie 01">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chemeClr val="bg1"/>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0672FF"/>
                </a:solidFill>
                <a:latin typeface="Söhne Breit Kräftig" panose="020B0505030202060203" pitchFamily="34" charset="77"/>
              </a:defRPr>
            </a:lvl1pPr>
          </a:lstStyle>
          <a:p>
            <a:pPr lvl="0"/>
            <a:r>
              <a:rPr lang="nl-BE" dirty="0"/>
              <a:t>Dit is een subtitel</a:t>
            </a:r>
          </a:p>
        </p:txBody>
      </p:sp>
      <p:pic>
        <p:nvPicPr>
          <p:cNvPr id="3" name="Afbeelding 2">
            <a:extLst>
              <a:ext uri="{FF2B5EF4-FFF2-40B4-BE49-F238E27FC236}">
                <a16:creationId xmlns:a16="http://schemas.microsoft.com/office/drawing/2014/main" id="{4C90DADE-A4CF-7C66-411D-197C179CFCB3}"/>
              </a:ext>
            </a:extLst>
          </p:cNvPr>
          <p:cNvPicPr>
            <a:picLocks noChangeAspect="1"/>
          </p:cNvPicPr>
          <p:nvPr userDrawn="1"/>
        </p:nvPicPr>
        <p:blipFill>
          <a:blip r:embed="rId2"/>
          <a:stretch>
            <a:fillRect/>
          </a:stretch>
        </p:blipFill>
        <p:spPr>
          <a:xfrm>
            <a:off x="11099826" y="177715"/>
            <a:ext cx="939885" cy="939885"/>
          </a:xfrm>
          <a:prstGeom prst="rect">
            <a:avLst/>
          </a:prstGeom>
        </p:spPr>
      </p:pic>
    </p:spTree>
    <p:extLst>
      <p:ext uri="{BB962C8B-B14F-4D97-AF65-F5344CB8AC3E}">
        <p14:creationId xmlns:p14="http://schemas.microsoft.com/office/powerpoint/2010/main" val="1462742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dia - Optie 02">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3292E892-2D10-74F0-6149-4A8B0A5408AF}"/>
              </a:ext>
            </a:extLst>
          </p:cNvPr>
          <p:cNvPicPr>
            <a:picLocks noChangeAspect="1"/>
          </p:cNvPicPr>
          <p:nvPr userDrawn="1"/>
        </p:nvPicPr>
        <p:blipFill rotWithShape="1">
          <a:blip r:embed="rId2">
            <a:alphaModFix amt="25000"/>
          </a:blip>
          <a:srcRect l="12413" t="7413" r="11198" b="7413"/>
          <a:stretch/>
        </p:blipFill>
        <p:spPr>
          <a:xfrm>
            <a:off x="0" y="0"/>
            <a:ext cx="12192000" cy="6858000"/>
          </a:xfrm>
          <a:prstGeom prst="rect">
            <a:avLst/>
          </a:prstGeom>
        </p:spPr>
      </p:pic>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chemeClr val="bg1"/>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0672FF"/>
                </a:solidFill>
                <a:latin typeface="Söhne Breit Kräftig" panose="020B0505030202060203" pitchFamily="34" charset="77"/>
              </a:defRPr>
            </a:lvl1pPr>
          </a:lstStyle>
          <a:p>
            <a:pPr lvl="0"/>
            <a:r>
              <a:rPr lang="nl-BE" dirty="0"/>
              <a:t>Dit is een subtitel</a:t>
            </a:r>
          </a:p>
        </p:txBody>
      </p:sp>
      <p:pic>
        <p:nvPicPr>
          <p:cNvPr id="17" name="Afbeelding 16">
            <a:extLst>
              <a:ext uri="{FF2B5EF4-FFF2-40B4-BE49-F238E27FC236}">
                <a16:creationId xmlns:a16="http://schemas.microsoft.com/office/drawing/2014/main" id="{B7FEC378-0C74-9E1A-247F-25EA1D0A75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1985067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dia - Optie 02">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chemeClr val="bg1"/>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0672FF"/>
                </a:solidFill>
                <a:latin typeface="Söhne Breit Kräftig" panose="020B0505030202060203" pitchFamily="34" charset="77"/>
              </a:defRPr>
            </a:lvl1pPr>
          </a:lstStyle>
          <a:p>
            <a:pPr lvl="0"/>
            <a:r>
              <a:rPr lang="nl-BE" dirty="0"/>
              <a:t>Dit is een subtitel</a:t>
            </a:r>
          </a:p>
        </p:txBody>
      </p:sp>
      <p:pic>
        <p:nvPicPr>
          <p:cNvPr id="17" name="Afbeelding 16">
            <a:extLst>
              <a:ext uri="{FF2B5EF4-FFF2-40B4-BE49-F238E27FC236}">
                <a16:creationId xmlns:a16="http://schemas.microsoft.com/office/drawing/2014/main" id="{B7FEC378-0C74-9E1A-247F-25EA1D0A75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1115495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leid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21080A3E-4748-BEB0-EB16-2FBCC3C46584}"/>
              </a:ext>
            </a:extLst>
          </p:cNvPr>
          <p:cNvPicPr>
            <a:picLocks noChangeAspect="1"/>
          </p:cNvPicPr>
          <p:nvPr userDrawn="1"/>
        </p:nvPicPr>
        <p:blipFill rotWithShape="1">
          <a:blip r:embed="rId2">
            <a:alphaModFix amt="26000"/>
          </a:blip>
          <a:srcRect l="21778" t="5940" r="32474" b="2081"/>
          <a:stretch/>
        </p:blipFill>
        <p:spPr>
          <a:xfrm>
            <a:off x="5429249" y="-1"/>
            <a:ext cx="7246997" cy="7349067"/>
          </a:xfrm>
          <a:prstGeom prst="rect">
            <a:avLst/>
          </a:prstGeom>
        </p:spPr>
      </p:pic>
      <p:sp>
        <p:nvSpPr>
          <p:cNvPr id="3" name="Tijdelijke aanduiding voor afbeelding 2">
            <a:extLst>
              <a:ext uri="{FF2B5EF4-FFF2-40B4-BE49-F238E27FC236}">
                <a16:creationId xmlns:a16="http://schemas.microsoft.com/office/drawing/2014/main" id="{2585ABDC-CC14-D480-3EA6-D6ABF1DE2933}"/>
              </a:ext>
            </a:extLst>
          </p:cNvPr>
          <p:cNvSpPr>
            <a:spLocks noGrp="1"/>
          </p:cNvSpPr>
          <p:nvPr>
            <p:ph type="pic" sz="quarter" idx="13"/>
          </p:nvPr>
        </p:nvSpPr>
        <p:spPr>
          <a:xfrm>
            <a:off x="0" y="0"/>
            <a:ext cx="5429250" cy="6858000"/>
          </a:xfrm>
          <a:prstGeom prst="rect">
            <a:avLst/>
          </a:prstGeom>
          <a:solidFill>
            <a:schemeClr val="tx1"/>
          </a:solidFill>
        </p:spPr>
        <p:txBody>
          <a:bodyPr/>
          <a:lstStyle>
            <a:lvl1pPr>
              <a:defRPr>
                <a:ln>
                  <a:solidFill>
                    <a:sysClr val="windowText" lastClr="000000"/>
                  </a:solidFill>
                </a:ln>
                <a:solidFill>
                  <a:sysClr val="windowText" lastClr="000000"/>
                </a:solidFill>
              </a:defRPr>
            </a:lvl1pPr>
          </a:lstStyle>
          <a:p>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9" name="Tijdelijke aanduiding voor tekst 8">
            <a:extLst>
              <a:ext uri="{FF2B5EF4-FFF2-40B4-BE49-F238E27FC236}">
                <a16:creationId xmlns:a16="http://schemas.microsoft.com/office/drawing/2014/main" id="{D5BAB11B-EACE-84D3-EC0E-C9204FECEA8C}"/>
              </a:ext>
            </a:extLst>
          </p:cNvPr>
          <p:cNvSpPr>
            <a:spLocks noGrp="1"/>
          </p:cNvSpPr>
          <p:nvPr>
            <p:ph type="body" sz="quarter" idx="14" hasCustomPrompt="1"/>
          </p:nvPr>
        </p:nvSpPr>
        <p:spPr>
          <a:xfrm>
            <a:off x="6815359" y="2710551"/>
            <a:ext cx="1879542" cy="2775849"/>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6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a:t>
            </a:r>
          </a:p>
          <a:p>
            <a:pPr lvl="0"/>
            <a:endParaRPr lang="nl-NL" dirty="0"/>
          </a:p>
          <a:p>
            <a:pPr lvl="0"/>
            <a:endParaRPr lang="nl-BE" dirty="0"/>
          </a:p>
        </p:txBody>
      </p:sp>
      <p:pic>
        <p:nvPicPr>
          <p:cNvPr id="12" name="Afbeelding 11">
            <a:extLst>
              <a:ext uri="{FF2B5EF4-FFF2-40B4-BE49-F238E27FC236}">
                <a16:creationId xmlns:a16="http://schemas.microsoft.com/office/drawing/2014/main" id="{A7812F72-0C40-6904-065B-4F648A6779B3}"/>
              </a:ext>
            </a:extLst>
          </p:cNvPr>
          <p:cNvPicPr>
            <a:picLocks noChangeAspect="1"/>
          </p:cNvPicPr>
          <p:nvPr userDrawn="1"/>
        </p:nvPicPr>
        <p:blipFill>
          <a:blip r:embed="rId3"/>
          <a:stretch>
            <a:fillRect/>
          </a:stretch>
        </p:blipFill>
        <p:spPr>
          <a:xfrm>
            <a:off x="6050010" y="2762234"/>
            <a:ext cx="91979" cy="122154"/>
          </a:xfrm>
          <a:prstGeom prst="rect">
            <a:avLst/>
          </a:prstGeom>
        </p:spPr>
      </p:pic>
      <p:pic>
        <p:nvPicPr>
          <p:cNvPr id="13" name="Afbeelding 12">
            <a:extLst>
              <a:ext uri="{FF2B5EF4-FFF2-40B4-BE49-F238E27FC236}">
                <a16:creationId xmlns:a16="http://schemas.microsoft.com/office/drawing/2014/main" id="{506719E6-2AC8-E600-C642-5DEE751E5278}"/>
              </a:ext>
            </a:extLst>
          </p:cNvPr>
          <p:cNvPicPr>
            <a:picLocks noChangeAspect="1"/>
          </p:cNvPicPr>
          <p:nvPr userDrawn="1"/>
        </p:nvPicPr>
        <p:blipFill>
          <a:blip r:embed="rId3"/>
          <a:stretch>
            <a:fillRect/>
          </a:stretch>
        </p:blipFill>
        <p:spPr>
          <a:xfrm>
            <a:off x="6050010" y="3124018"/>
            <a:ext cx="91979" cy="122154"/>
          </a:xfrm>
          <a:prstGeom prst="rect">
            <a:avLst/>
          </a:prstGeom>
        </p:spPr>
      </p:pic>
      <p:pic>
        <p:nvPicPr>
          <p:cNvPr id="14" name="Afbeelding 13">
            <a:extLst>
              <a:ext uri="{FF2B5EF4-FFF2-40B4-BE49-F238E27FC236}">
                <a16:creationId xmlns:a16="http://schemas.microsoft.com/office/drawing/2014/main" id="{250736B6-FB54-AAE3-9D5B-9A6C6A344F6D}"/>
              </a:ext>
            </a:extLst>
          </p:cNvPr>
          <p:cNvPicPr>
            <a:picLocks noChangeAspect="1"/>
          </p:cNvPicPr>
          <p:nvPr userDrawn="1"/>
        </p:nvPicPr>
        <p:blipFill>
          <a:blip r:embed="rId3"/>
          <a:stretch>
            <a:fillRect/>
          </a:stretch>
        </p:blipFill>
        <p:spPr>
          <a:xfrm>
            <a:off x="6050010" y="3453997"/>
            <a:ext cx="91979" cy="122154"/>
          </a:xfrm>
          <a:prstGeom prst="rect">
            <a:avLst/>
          </a:prstGeom>
        </p:spPr>
      </p:pic>
      <p:pic>
        <p:nvPicPr>
          <p:cNvPr id="15" name="Afbeelding 14">
            <a:extLst>
              <a:ext uri="{FF2B5EF4-FFF2-40B4-BE49-F238E27FC236}">
                <a16:creationId xmlns:a16="http://schemas.microsoft.com/office/drawing/2014/main" id="{D1E2F457-4320-DD51-76FC-14E5C892D4CF}"/>
              </a:ext>
            </a:extLst>
          </p:cNvPr>
          <p:cNvPicPr>
            <a:picLocks noChangeAspect="1"/>
          </p:cNvPicPr>
          <p:nvPr userDrawn="1"/>
        </p:nvPicPr>
        <p:blipFill>
          <a:blip r:embed="rId3"/>
          <a:stretch>
            <a:fillRect/>
          </a:stretch>
        </p:blipFill>
        <p:spPr>
          <a:xfrm>
            <a:off x="6050010" y="3807830"/>
            <a:ext cx="91979" cy="122154"/>
          </a:xfrm>
          <a:prstGeom prst="rect">
            <a:avLst/>
          </a:prstGeom>
        </p:spPr>
      </p:pic>
      <p:pic>
        <p:nvPicPr>
          <p:cNvPr id="16" name="Afbeelding 15">
            <a:extLst>
              <a:ext uri="{FF2B5EF4-FFF2-40B4-BE49-F238E27FC236}">
                <a16:creationId xmlns:a16="http://schemas.microsoft.com/office/drawing/2014/main" id="{1EBA8B42-BE51-1EED-4EFE-3A48118E14EB}"/>
              </a:ext>
            </a:extLst>
          </p:cNvPr>
          <p:cNvPicPr>
            <a:picLocks noChangeAspect="1"/>
          </p:cNvPicPr>
          <p:nvPr userDrawn="1"/>
        </p:nvPicPr>
        <p:blipFill>
          <a:blip r:embed="rId3"/>
          <a:stretch>
            <a:fillRect/>
          </a:stretch>
        </p:blipFill>
        <p:spPr>
          <a:xfrm>
            <a:off x="6050010" y="4153711"/>
            <a:ext cx="91979" cy="122154"/>
          </a:xfrm>
          <a:prstGeom prst="rect">
            <a:avLst/>
          </a:prstGeom>
        </p:spPr>
      </p:pic>
      <p:pic>
        <p:nvPicPr>
          <p:cNvPr id="17" name="Afbeelding 16">
            <a:extLst>
              <a:ext uri="{FF2B5EF4-FFF2-40B4-BE49-F238E27FC236}">
                <a16:creationId xmlns:a16="http://schemas.microsoft.com/office/drawing/2014/main" id="{AFDC286E-1D38-CDE0-6CD1-9D0045419198}"/>
              </a:ext>
            </a:extLst>
          </p:cNvPr>
          <p:cNvPicPr>
            <a:picLocks noChangeAspect="1"/>
          </p:cNvPicPr>
          <p:nvPr userDrawn="1"/>
        </p:nvPicPr>
        <p:blipFill>
          <a:blip r:embed="rId3"/>
          <a:stretch>
            <a:fillRect/>
          </a:stretch>
        </p:blipFill>
        <p:spPr>
          <a:xfrm>
            <a:off x="6050010" y="4515496"/>
            <a:ext cx="91979" cy="122154"/>
          </a:xfrm>
          <a:prstGeom prst="rect">
            <a:avLst/>
          </a:prstGeom>
        </p:spPr>
      </p:pic>
      <p:pic>
        <p:nvPicPr>
          <p:cNvPr id="18" name="Afbeelding 17">
            <a:extLst>
              <a:ext uri="{FF2B5EF4-FFF2-40B4-BE49-F238E27FC236}">
                <a16:creationId xmlns:a16="http://schemas.microsoft.com/office/drawing/2014/main" id="{68100C67-169C-6088-DAFD-5738B0A730AC}"/>
              </a:ext>
            </a:extLst>
          </p:cNvPr>
          <p:cNvPicPr>
            <a:picLocks noChangeAspect="1"/>
          </p:cNvPicPr>
          <p:nvPr userDrawn="1"/>
        </p:nvPicPr>
        <p:blipFill>
          <a:blip r:embed="rId3"/>
          <a:stretch>
            <a:fillRect/>
          </a:stretch>
        </p:blipFill>
        <p:spPr>
          <a:xfrm>
            <a:off x="6050010" y="4857402"/>
            <a:ext cx="91979" cy="122154"/>
          </a:xfrm>
          <a:prstGeom prst="rect">
            <a:avLst/>
          </a:prstGeom>
        </p:spPr>
      </p:pic>
      <p:pic>
        <p:nvPicPr>
          <p:cNvPr id="19" name="Afbeelding 18">
            <a:extLst>
              <a:ext uri="{FF2B5EF4-FFF2-40B4-BE49-F238E27FC236}">
                <a16:creationId xmlns:a16="http://schemas.microsoft.com/office/drawing/2014/main" id="{69E9DA8B-7768-5686-60FF-CB6E3CC7E2ED}"/>
              </a:ext>
            </a:extLst>
          </p:cNvPr>
          <p:cNvPicPr>
            <a:picLocks noChangeAspect="1"/>
          </p:cNvPicPr>
          <p:nvPr userDrawn="1"/>
        </p:nvPicPr>
        <p:blipFill>
          <a:blip r:embed="rId3"/>
          <a:stretch>
            <a:fillRect/>
          </a:stretch>
        </p:blipFill>
        <p:spPr>
          <a:xfrm>
            <a:off x="6050010" y="5223162"/>
            <a:ext cx="91979" cy="122154"/>
          </a:xfrm>
          <a:prstGeom prst="rect">
            <a:avLst/>
          </a:prstGeom>
        </p:spPr>
      </p:pic>
      <p:sp>
        <p:nvSpPr>
          <p:cNvPr id="21" name="Tijdelijke aanduiding voor tekst 20">
            <a:extLst>
              <a:ext uri="{FF2B5EF4-FFF2-40B4-BE49-F238E27FC236}">
                <a16:creationId xmlns:a16="http://schemas.microsoft.com/office/drawing/2014/main" id="{DD9AF9FF-82F0-F7F7-FC54-F5EF32807D11}"/>
              </a:ext>
            </a:extLst>
          </p:cNvPr>
          <p:cNvSpPr>
            <a:spLocks noGrp="1"/>
          </p:cNvSpPr>
          <p:nvPr>
            <p:ph type="body" sz="quarter" idx="15" hasCustomPrompt="1"/>
          </p:nvPr>
        </p:nvSpPr>
        <p:spPr>
          <a:xfrm>
            <a:off x="6050010" y="711262"/>
            <a:ext cx="5289782" cy="1238202"/>
          </a:xfrm>
          <a:prstGeom prst="rect">
            <a:avLst/>
          </a:prstGeom>
        </p:spPr>
        <p:txBody>
          <a:bodyPr/>
          <a:lstStyle>
            <a:lvl1pPr marL="0" indent="0">
              <a:buNone/>
              <a:defRPr sz="9600" b="1" i="0">
                <a:solidFill>
                  <a:schemeClr val="bg1"/>
                </a:solidFill>
                <a:latin typeface="Söhne Schmal Halbfett" panose="02060506060206060203" pitchFamily="18" charset="77"/>
              </a:defRPr>
            </a:lvl1pPr>
          </a:lstStyle>
          <a:p>
            <a:pPr lvl="0"/>
            <a:r>
              <a:rPr lang="nl-NL" dirty="0"/>
              <a:t>ONDERWERP</a:t>
            </a:r>
            <a:endParaRPr lang="nl-BE" dirty="0"/>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4" name="Tijdelijke aanduiding voor tekst 20">
            <a:extLst>
              <a:ext uri="{FF2B5EF4-FFF2-40B4-BE49-F238E27FC236}">
                <a16:creationId xmlns:a16="http://schemas.microsoft.com/office/drawing/2014/main" id="{E62BC80B-30C7-87F5-9B85-E680EE7B7D1C}"/>
              </a:ext>
            </a:extLst>
          </p:cNvPr>
          <p:cNvSpPr>
            <a:spLocks noGrp="1"/>
          </p:cNvSpPr>
          <p:nvPr>
            <p:ph type="body" sz="quarter" idx="16" hasCustomPrompt="1"/>
          </p:nvPr>
        </p:nvSpPr>
        <p:spPr>
          <a:xfrm>
            <a:off x="6050010" y="1897719"/>
            <a:ext cx="5289782" cy="327043"/>
          </a:xfrm>
          <a:prstGeom prst="rect">
            <a:avLst/>
          </a:prstGeom>
        </p:spPr>
        <p:txBody>
          <a:bodyPr/>
          <a:lstStyle>
            <a:lvl1pPr marL="0" indent="0">
              <a:buNone/>
              <a:defRPr sz="1400" b="0" i="0">
                <a:solidFill>
                  <a:srgbClr val="0672FF"/>
                </a:solidFill>
                <a:latin typeface="Söhne Breit" panose="020B0505030202060203" pitchFamily="34" charset="77"/>
              </a:defRPr>
            </a:lvl1pPr>
          </a:lstStyle>
          <a:p>
            <a:pPr lvl="0"/>
            <a:r>
              <a:rPr lang="nl-NL" dirty="0"/>
              <a:t>No </a:t>
            </a:r>
            <a:r>
              <a:rPr lang="nl-NL" dirty="0" err="1"/>
              <a:t>Sweat</a:t>
            </a:r>
            <a:r>
              <a:rPr lang="nl-NL" dirty="0"/>
              <a:t> No </a:t>
            </a:r>
            <a:r>
              <a:rPr lang="nl-NL" dirty="0" err="1"/>
              <a:t>Glory</a:t>
            </a:r>
            <a:endParaRPr lang="nl-BE" dirty="0"/>
          </a:p>
        </p:txBody>
      </p:sp>
      <p:sp>
        <p:nvSpPr>
          <p:cNvPr id="20" name="Tijdelijke aanduiding voor tekst 8">
            <a:extLst>
              <a:ext uri="{FF2B5EF4-FFF2-40B4-BE49-F238E27FC236}">
                <a16:creationId xmlns:a16="http://schemas.microsoft.com/office/drawing/2014/main" id="{D7C82AFB-3DB9-C3B7-C2BF-1FCDE2E396DE}"/>
              </a:ext>
            </a:extLst>
          </p:cNvPr>
          <p:cNvSpPr>
            <a:spLocks noGrp="1"/>
          </p:cNvSpPr>
          <p:nvPr>
            <p:ph type="body" sz="quarter" idx="17" hasCustomPrompt="1"/>
          </p:nvPr>
        </p:nvSpPr>
        <p:spPr>
          <a:xfrm>
            <a:off x="6274189" y="2710551"/>
            <a:ext cx="587054" cy="2775849"/>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600" b="0" i="0">
                <a:ln>
                  <a:noFill/>
                </a:ln>
                <a:solidFill>
                  <a:schemeClr val="bg1"/>
                </a:solidFill>
                <a:latin typeface="Söhne Breit Leicht" panose="020B03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01</a:t>
            </a:r>
          </a:p>
          <a:p>
            <a:pPr lvl="0"/>
            <a:r>
              <a:rPr lang="nl-NL" dirty="0"/>
              <a:t>02</a:t>
            </a:r>
          </a:p>
          <a:p>
            <a:pPr lvl="0"/>
            <a:r>
              <a:rPr lang="nl-NL" dirty="0"/>
              <a:t>03</a:t>
            </a:r>
          </a:p>
          <a:p>
            <a:pPr lvl="0"/>
            <a:r>
              <a:rPr lang="nl-NL" dirty="0"/>
              <a:t>04</a:t>
            </a:r>
          </a:p>
          <a:p>
            <a:pPr lvl="0"/>
            <a:r>
              <a:rPr lang="nl-NL" dirty="0"/>
              <a:t>05</a:t>
            </a:r>
          </a:p>
          <a:p>
            <a:pPr lvl="0"/>
            <a:r>
              <a:rPr lang="nl-NL" dirty="0"/>
              <a:t>06</a:t>
            </a:r>
          </a:p>
          <a:p>
            <a:pPr lvl="0"/>
            <a:r>
              <a:rPr lang="nl-NL" dirty="0"/>
              <a:t>07</a:t>
            </a:r>
          </a:p>
          <a:p>
            <a:pPr lvl="0"/>
            <a:r>
              <a:rPr lang="nl-NL" dirty="0"/>
              <a:t>08</a:t>
            </a:r>
            <a:endParaRPr lang="nl-BE" dirty="0"/>
          </a:p>
        </p:txBody>
      </p:sp>
    </p:spTree>
    <p:extLst>
      <p:ext uri="{BB962C8B-B14F-4D97-AF65-F5344CB8AC3E}">
        <p14:creationId xmlns:p14="http://schemas.microsoft.com/office/powerpoint/2010/main" val="1589785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ijfer-Groot">
    <p:spTree>
      <p:nvGrpSpPr>
        <p:cNvPr id="1" name=""/>
        <p:cNvGrpSpPr/>
        <p:nvPr/>
      </p:nvGrpSpPr>
      <p:grpSpPr>
        <a:xfrm>
          <a:off x="0" y="0"/>
          <a:ext cx="0" cy="0"/>
          <a:chOff x="0" y="0"/>
          <a:chExt cx="0" cy="0"/>
        </a:xfrm>
      </p:grpSpPr>
      <p:pic>
        <p:nvPicPr>
          <p:cNvPr id="12" name="Afbeelding 11">
            <a:extLst>
              <a:ext uri="{FF2B5EF4-FFF2-40B4-BE49-F238E27FC236}">
                <a16:creationId xmlns:a16="http://schemas.microsoft.com/office/drawing/2014/main" id="{A65FA376-834E-F3A0-641C-28DCFE978F26}"/>
              </a:ext>
            </a:extLst>
          </p:cNvPr>
          <p:cNvPicPr>
            <a:picLocks noChangeAspect="1"/>
          </p:cNvPicPr>
          <p:nvPr userDrawn="1"/>
        </p:nvPicPr>
        <p:blipFill rotWithShape="1">
          <a:blip r:embed="rId2">
            <a:alphaModFix amt="25000"/>
          </a:blip>
          <a:srcRect l="1143" t="5418" r="1143" b="5418"/>
          <a:stretch/>
        </p:blipFill>
        <p:spPr>
          <a:xfrm>
            <a:off x="0" y="0"/>
            <a:ext cx="12192000" cy="6858000"/>
          </a:xfrm>
          <a:prstGeom prst="rect">
            <a:avLst/>
          </a:prstGeom>
        </p:spPr>
      </p:pic>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2463800" y="790575"/>
            <a:ext cx="7264400" cy="4114800"/>
          </a:xfrm>
          <a:prstGeom prst="rect">
            <a:avLst/>
          </a:prstGeom>
        </p:spPr>
        <p:txBody>
          <a:bodyPr/>
          <a:lstStyle>
            <a:lvl1pPr marL="0" indent="0" algn="ctr">
              <a:buNone/>
              <a:defRPr sz="40000" b="1" i="0">
                <a:solidFill>
                  <a:srgbClr val="0672FF"/>
                </a:solidFill>
                <a:latin typeface="Söhne Schmal Fett" panose="02060506060206060203" pitchFamily="18" charset="77"/>
              </a:defRPr>
            </a:lvl1pPr>
          </a:lstStyle>
          <a:p>
            <a:pPr lvl="0"/>
            <a:r>
              <a:rPr lang="nl-BE" dirty="0"/>
              <a:t>3X</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5194300"/>
            <a:ext cx="7264400" cy="584199"/>
          </a:xfrm>
          <a:prstGeom prst="rect">
            <a:avLst/>
          </a:prstGeom>
        </p:spPr>
        <p:txBody>
          <a:bodyPr/>
          <a:lstStyle>
            <a:lvl1pPr marL="0" indent="0" algn="ctr">
              <a:buNone/>
              <a:defRPr sz="2000" b="0" i="0">
                <a:solidFill>
                  <a:schemeClr val="bg1"/>
                </a:solidFill>
                <a:latin typeface="Söhne Breit" panose="020B0505030202060203" pitchFamily="34" charset="77"/>
              </a:defRPr>
            </a:lvl1pPr>
          </a:lstStyle>
          <a:p>
            <a:pPr lvl="0"/>
            <a:r>
              <a:rPr lang="nl-BE" dirty="0"/>
              <a:t>Kampioen van België in de laatste 4 jaar.</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4204556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 Optie 01">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1162050" y="1695448"/>
            <a:ext cx="9867900" cy="2914651"/>
          </a:xfrm>
          <a:prstGeom prst="rect">
            <a:avLst/>
          </a:prstGeom>
        </p:spPr>
        <p:txBody>
          <a:bodyPr/>
          <a:lstStyle>
            <a:lvl1pPr marL="0" indent="0" algn="ctr">
              <a:buNone/>
              <a:defRPr sz="3200" b="0" i="0">
                <a:solidFill>
                  <a:schemeClr val="bg1"/>
                </a:solidFill>
                <a:latin typeface="Söhne Breit Kräftig" panose="020B0505030202060203" pitchFamily="34" charset="77"/>
              </a:defRPr>
            </a:lvl1pPr>
          </a:lstStyle>
          <a:p>
            <a:pPr lvl="0"/>
            <a:r>
              <a:rPr lang="nl-BE" dirty="0"/>
              <a:t>Eindelijk mijn eerste keer </a:t>
            </a:r>
          </a:p>
          <a:p>
            <a:pPr lvl="0"/>
            <a:r>
              <a:rPr lang="nl-BE" dirty="0"/>
              <a:t>Champions League, daar heb ik </a:t>
            </a:r>
          </a:p>
          <a:p>
            <a:pPr lvl="0"/>
            <a:r>
              <a:rPr lang="nl-BE" dirty="0"/>
              <a:t>als klein jongetje altijd van gedroomd. </a:t>
            </a:r>
          </a:p>
          <a:p>
            <a:pPr lvl="0"/>
            <a:r>
              <a:rPr lang="nl-BE" dirty="0"/>
              <a:t>Tijd om er samen een kolkend </a:t>
            </a:r>
          </a:p>
          <a:p>
            <a:pPr lvl="0"/>
            <a:r>
              <a:rPr lang="nl-BE" dirty="0"/>
              <a:t>Fort Jan Breydel van te maken</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4933948"/>
            <a:ext cx="7264400" cy="584199"/>
          </a:xfrm>
          <a:prstGeom prst="rect">
            <a:avLst/>
          </a:prstGeom>
        </p:spPr>
        <p:txBody>
          <a:bodyPr/>
          <a:lstStyle>
            <a:lvl1pPr marL="0" indent="0" algn="ctr">
              <a:buNone/>
              <a:defRPr sz="1600" b="0" i="0">
                <a:solidFill>
                  <a:schemeClr val="bg1"/>
                </a:solidFill>
                <a:latin typeface="Söhne Breit Leicht" panose="020B0305030202060203" pitchFamily="34" charset="77"/>
              </a:defRPr>
            </a:lvl1pPr>
          </a:lstStyle>
          <a:p>
            <a:pPr lvl="0"/>
            <a:r>
              <a:rPr lang="nl-BE" dirty="0"/>
              <a:t>Andreas Skov Olsen</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2" name="Tijdelijke aanduiding voor tekst 7">
            <a:extLst>
              <a:ext uri="{FF2B5EF4-FFF2-40B4-BE49-F238E27FC236}">
                <a16:creationId xmlns:a16="http://schemas.microsoft.com/office/drawing/2014/main" id="{5C0F220E-5757-57EC-C21D-C8FC491C77A6}"/>
              </a:ext>
            </a:extLst>
          </p:cNvPr>
          <p:cNvSpPr>
            <a:spLocks noGrp="1"/>
          </p:cNvSpPr>
          <p:nvPr>
            <p:ph type="body" sz="quarter" idx="15" hasCustomPrompt="1"/>
          </p:nvPr>
        </p:nvSpPr>
        <p:spPr>
          <a:xfrm>
            <a:off x="2349500" y="1371599"/>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4" name="Tijdelijke aanduiding voor tekst 7">
            <a:extLst>
              <a:ext uri="{FF2B5EF4-FFF2-40B4-BE49-F238E27FC236}">
                <a16:creationId xmlns:a16="http://schemas.microsoft.com/office/drawing/2014/main" id="{59D28FA6-15F6-346A-DAC9-E7A249DEB39C}"/>
              </a:ext>
            </a:extLst>
          </p:cNvPr>
          <p:cNvSpPr>
            <a:spLocks noGrp="1"/>
          </p:cNvSpPr>
          <p:nvPr>
            <p:ph type="body" sz="quarter" idx="16" hasCustomPrompt="1"/>
          </p:nvPr>
        </p:nvSpPr>
        <p:spPr>
          <a:xfrm>
            <a:off x="9613900" y="3851273"/>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Tree>
    <p:extLst>
      <p:ext uri="{BB962C8B-B14F-4D97-AF65-F5344CB8AC3E}">
        <p14:creationId xmlns:p14="http://schemas.microsoft.com/office/powerpoint/2010/main" val="73055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Optie 02">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2585ABDC-CC14-D480-3EA6-D6ABF1DE2933}"/>
              </a:ext>
            </a:extLst>
          </p:cNvPr>
          <p:cNvSpPr>
            <a:spLocks noGrp="1"/>
          </p:cNvSpPr>
          <p:nvPr>
            <p:ph type="pic" sz="quarter" idx="13"/>
          </p:nvPr>
        </p:nvSpPr>
        <p:spPr>
          <a:xfrm>
            <a:off x="0" y="0"/>
            <a:ext cx="5429250" cy="6858000"/>
          </a:xfrm>
          <a:prstGeom prst="rect">
            <a:avLst/>
          </a:prstGeom>
          <a:solidFill>
            <a:schemeClr val="tx1"/>
          </a:solidFill>
        </p:spPr>
        <p:txBody>
          <a:bodyPr/>
          <a:lstStyle>
            <a:lvl1pPr>
              <a:defRPr>
                <a:ln>
                  <a:solidFill>
                    <a:sysClr val="windowText" lastClr="000000"/>
                  </a:solidFill>
                </a:ln>
                <a:solidFill>
                  <a:sysClr val="windowText" lastClr="000000"/>
                </a:solidFill>
              </a:defRPr>
            </a:lvl1pPr>
          </a:lstStyle>
          <a:p>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9" name="Tijdelijke aanduiding voor tekst 8">
            <a:extLst>
              <a:ext uri="{FF2B5EF4-FFF2-40B4-BE49-F238E27FC236}">
                <a16:creationId xmlns:a16="http://schemas.microsoft.com/office/drawing/2014/main" id="{D5BAB11B-EACE-84D3-EC0E-C9204FECEA8C}"/>
              </a:ext>
            </a:extLst>
          </p:cNvPr>
          <p:cNvSpPr>
            <a:spLocks noGrp="1"/>
          </p:cNvSpPr>
          <p:nvPr>
            <p:ph type="body" sz="quarter" idx="14" hasCustomPrompt="1"/>
          </p:nvPr>
        </p:nvSpPr>
        <p:spPr>
          <a:xfrm>
            <a:off x="5928390" y="1811020"/>
            <a:ext cx="5766785" cy="316039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24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BE" dirty="0"/>
              <a:t>Eindelijk mijn eerste keer </a:t>
            </a:r>
          </a:p>
          <a:p>
            <a:pPr lvl="0"/>
            <a:r>
              <a:rPr lang="nl-BE" dirty="0"/>
              <a:t>Champions League, daar heb ik </a:t>
            </a:r>
          </a:p>
          <a:p>
            <a:pPr lvl="0"/>
            <a:r>
              <a:rPr lang="nl-BE" dirty="0"/>
              <a:t>als klein jongetje altijd van</a:t>
            </a:r>
          </a:p>
          <a:p>
            <a:pPr lvl="0"/>
            <a:r>
              <a:rPr lang="nl-BE" dirty="0"/>
              <a:t>gedroomd. Tijd om er samen </a:t>
            </a:r>
          </a:p>
          <a:p>
            <a:pPr lvl="0"/>
            <a:r>
              <a:rPr lang="nl-BE" dirty="0"/>
              <a:t>een kolkend Fort Jan Breydel </a:t>
            </a:r>
          </a:p>
          <a:p>
            <a:pPr lvl="0"/>
            <a:r>
              <a:rPr lang="nl-BE" dirty="0"/>
              <a:t>van te maken</a:t>
            </a:r>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8" name="Tijdelijke aanduiding voor tekst 7">
            <a:extLst>
              <a:ext uri="{FF2B5EF4-FFF2-40B4-BE49-F238E27FC236}">
                <a16:creationId xmlns:a16="http://schemas.microsoft.com/office/drawing/2014/main" id="{09977B30-6C04-737C-DC76-FD605C502107}"/>
              </a:ext>
            </a:extLst>
          </p:cNvPr>
          <p:cNvSpPr>
            <a:spLocks noGrp="1"/>
          </p:cNvSpPr>
          <p:nvPr>
            <p:ph type="body" sz="quarter" idx="15" hasCustomPrompt="1"/>
          </p:nvPr>
        </p:nvSpPr>
        <p:spPr>
          <a:xfrm>
            <a:off x="5765802" y="1336820"/>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10" name="Tijdelijke aanduiding voor tekst 7">
            <a:extLst>
              <a:ext uri="{FF2B5EF4-FFF2-40B4-BE49-F238E27FC236}">
                <a16:creationId xmlns:a16="http://schemas.microsoft.com/office/drawing/2014/main" id="{010719FB-A588-0B65-54CE-988A94A67DDF}"/>
              </a:ext>
            </a:extLst>
          </p:cNvPr>
          <p:cNvSpPr>
            <a:spLocks noGrp="1"/>
          </p:cNvSpPr>
          <p:nvPr>
            <p:ph type="body" sz="quarter" idx="16" hasCustomPrompt="1"/>
          </p:nvPr>
        </p:nvSpPr>
        <p:spPr>
          <a:xfrm>
            <a:off x="10109302" y="3969129"/>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11" name="Tijdelijke aanduiding voor tekst 7">
            <a:extLst>
              <a:ext uri="{FF2B5EF4-FFF2-40B4-BE49-F238E27FC236}">
                <a16:creationId xmlns:a16="http://schemas.microsoft.com/office/drawing/2014/main" id="{74A86C17-B5F0-99CC-8B76-2466384A36E5}"/>
              </a:ext>
            </a:extLst>
          </p:cNvPr>
          <p:cNvSpPr>
            <a:spLocks noGrp="1"/>
          </p:cNvSpPr>
          <p:nvPr>
            <p:ph type="body" sz="quarter" idx="17" hasCustomPrompt="1"/>
          </p:nvPr>
        </p:nvSpPr>
        <p:spPr>
          <a:xfrm>
            <a:off x="5179582" y="4679316"/>
            <a:ext cx="7264400" cy="584199"/>
          </a:xfrm>
          <a:prstGeom prst="rect">
            <a:avLst/>
          </a:prstGeom>
        </p:spPr>
        <p:txBody>
          <a:bodyPr/>
          <a:lstStyle>
            <a:lvl1pPr marL="0" indent="0" algn="ctr">
              <a:buNone/>
              <a:defRPr sz="1600" b="0" i="0">
                <a:solidFill>
                  <a:schemeClr val="bg1"/>
                </a:solidFill>
                <a:latin typeface="Söhne Breit Leicht" panose="020B0305030202060203" pitchFamily="34" charset="77"/>
              </a:defRPr>
            </a:lvl1pPr>
          </a:lstStyle>
          <a:p>
            <a:pPr lvl="0"/>
            <a:r>
              <a:rPr lang="nl-BE" dirty="0"/>
              <a:t>Andreas Skov Olsen</a:t>
            </a:r>
          </a:p>
        </p:txBody>
      </p:sp>
    </p:spTree>
    <p:extLst>
      <p:ext uri="{BB962C8B-B14F-4D97-AF65-F5344CB8AC3E}">
        <p14:creationId xmlns:p14="http://schemas.microsoft.com/office/powerpoint/2010/main" val="1124202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 ruimte">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588DB2A6-4B6D-000D-84F6-1B70A353294A}"/>
              </a:ext>
            </a:extLst>
          </p:cNvPr>
          <p:cNvSpPr/>
          <p:nvPr userDrawn="1"/>
        </p:nvSpPr>
        <p:spPr>
          <a:xfrm>
            <a:off x="0" y="0"/>
            <a:ext cx="5376672" cy="6858000"/>
          </a:xfrm>
          <a:prstGeom prst="rect">
            <a:avLst/>
          </a:prstGeom>
          <a:solidFill>
            <a:srgbClr val="06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13" name="Titel 7">
            <a:extLst>
              <a:ext uri="{FF2B5EF4-FFF2-40B4-BE49-F238E27FC236}">
                <a16:creationId xmlns:a16="http://schemas.microsoft.com/office/drawing/2014/main" id="{7039B23D-7483-EE87-6B67-A35092FA3E79}"/>
              </a:ext>
            </a:extLst>
          </p:cNvPr>
          <p:cNvSpPr>
            <a:spLocks noGrp="1"/>
          </p:cNvSpPr>
          <p:nvPr>
            <p:ph type="title" hasCustomPrompt="1"/>
          </p:nvPr>
        </p:nvSpPr>
        <p:spPr>
          <a:xfrm>
            <a:off x="755904" y="1395713"/>
            <a:ext cx="4319016" cy="4960637"/>
          </a:xfrm>
          <a:prstGeom prst="rect">
            <a:avLst/>
          </a:prstGeom>
        </p:spPr>
        <p:txBody>
          <a:bodyPr/>
          <a:lstStyle>
            <a:lvl1pPr>
              <a:lnSpc>
                <a:spcPct val="70000"/>
              </a:lnSpc>
              <a:defRPr sz="10000" b="1" i="0">
                <a:solidFill>
                  <a:schemeClr val="bg1"/>
                </a:solidFill>
                <a:latin typeface="Söhne Schmal" panose="02060506060206060203" pitchFamily="18" charset="77"/>
              </a:defRPr>
            </a:lvl1pPr>
          </a:lstStyle>
          <a:p>
            <a:r>
              <a:rPr lang="nl-BE" dirty="0"/>
              <a:t>NO SWEAT</a:t>
            </a:r>
            <a:br>
              <a:rPr lang="nl-BE" dirty="0"/>
            </a:br>
            <a:r>
              <a:rPr lang="nl-BE" dirty="0"/>
              <a:t>NO GLORY</a:t>
            </a:r>
            <a:br>
              <a:rPr lang="nl-BE" dirty="0"/>
            </a:br>
            <a:r>
              <a:rPr lang="nl-BE" dirty="0"/>
              <a:t>BLUVN</a:t>
            </a:r>
            <a:br>
              <a:rPr lang="nl-BE" dirty="0"/>
            </a:br>
            <a:r>
              <a:rPr lang="nl-BE" dirty="0"/>
              <a:t>GOAN</a:t>
            </a:r>
          </a:p>
        </p:txBody>
      </p:sp>
      <p:sp>
        <p:nvSpPr>
          <p:cNvPr id="15" name="Tijdelijke aanduiding voor tekst 20">
            <a:extLst>
              <a:ext uri="{FF2B5EF4-FFF2-40B4-BE49-F238E27FC236}">
                <a16:creationId xmlns:a16="http://schemas.microsoft.com/office/drawing/2014/main" id="{DB26778A-2285-8D82-D36E-99805C4332D6}"/>
              </a:ext>
            </a:extLst>
          </p:cNvPr>
          <p:cNvSpPr>
            <a:spLocks noGrp="1"/>
          </p:cNvSpPr>
          <p:nvPr>
            <p:ph type="body" sz="quarter" idx="16" hasCustomPrompt="1"/>
          </p:nvPr>
        </p:nvSpPr>
        <p:spPr>
          <a:xfrm>
            <a:off x="806218" y="867066"/>
            <a:ext cx="4319016" cy="327043"/>
          </a:xfrm>
          <a:prstGeom prst="rect">
            <a:avLst/>
          </a:prstGeom>
        </p:spPr>
        <p:txBody>
          <a:bodyPr/>
          <a:lstStyle>
            <a:lvl1pPr marL="0" indent="0">
              <a:buNone/>
              <a:defRPr sz="1400" b="0" i="0">
                <a:solidFill>
                  <a:srgbClr val="0C121A"/>
                </a:solidFill>
                <a:latin typeface="Söhne Breit" panose="020B0505030202060203" pitchFamily="34" charset="77"/>
              </a:defRPr>
            </a:lvl1pPr>
          </a:lstStyle>
          <a:p>
            <a:pPr lvl="0"/>
            <a:r>
              <a:rPr lang="nl-NL" dirty="0"/>
              <a:t>Dis een subtitel - Grafiek</a:t>
            </a:r>
            <a:endParaRPr lang="nl-BE" dirty="0"/>
          </a:p>
        </p:txBody>
      </p:sp>
    </p:spTree>
    <p:extLst>
      <p:ext uri="{BB962C8B-B14F-4D97-AF65-F5344CB8AC3E}">
        <p14:creationId xmlns:p14="http://schemas.microsoft.com/office/powerpoint/2010/main" val="37560180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pen Dia">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948562" y="582082"/>
            <a:ext cx="5284597" cy="600012"/>
          </a:xfrm>
          <a:prstGeom prst="rect">
            <a:avLst/>
          </a:prstGeom>
        </p:spPr>
        <p:txBody>
          <a:bodyPr/>
          <a:lstStyle>
            <a:lvl1pPr marL="0" indent="0" algn="l">
              <a:buNone/>
              <a:defRPr sz="4800" b="0" i="0">
                <a:solidFill>
                  <a:schemeClr val="bg1"/>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948561" y="1282233"/>
            <a:ext cx="5284598" cy="365126"/>
          </a:xfrm>
          <a:prstGeom prst="rect">
            <a:avLst/>
          </a:prstGeom>
        </p:spPr>
        <p:txBody>
          <a:bodyPr/>
          <a:lstStyle>
            <a:lvl1pPr marL="0" indent="0" algn="l">
              <a:buNone/>
              <a:defRPr sz="1600" b="0" i="0">
                <a:solidFill>
                  <a:srgbClr val="0672FF"/>
                </a:solidFill>
                <a:latin typeface="Söhne Breit Leicht" panose="020B0305030202060203" pitchFamily="34" charset="77"/>
              </a:defRPr>
            </a:lvl1pPr>
          </a:lstStyle>
          <a:p>
            <a:pPr lvl="0"/>
            <a:r>
              <a:rPr lang="nl-BE" dirty="0"/>
              <a:t>Subtitel</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15090773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kst + foto's">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811402" y="1418759"/>
            <a:ext cx="5284597" cy="600012"/>
          </a:xfrm>
          <a:prstGeom prst="rect">
            <a:avLst/>
          </a:prstGeom>
        </p:spPr>
        <p:txBody>
          <a:bodyPr/>
          <a:lstStyle>
            <a:lvl1pPr marL="0" indent="0" algn="ctr">
              <a:buNone/>
              <a:defRPr sz="4800" b="0" i="0">
                <a:solidFill>
                  <a:schemeClr val="bg1"/>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811403" y="1053633"/>
            <a:ext cx="5284598" cy="365126"/>
          </a:xfrm>
          <a:prstGeom prst="rect">
            <a:avLst/>
          </a:prstGeom>
        </p:spPr>
        <p:txBody>
          <a:bodyPr/>
          <a:lstStyle>
            <a:lvl1pPr marL="0" indent="0" algn="ctr">
              <a:buNone/>
              <a:defRPr sz="1600" b="0" i="0">
                <a:solidFill>
                  <a:srgbClr val="0672FF"/>
                </a:solidFill>
                <a:latin typeface="Söhne Breit Leicht" panose="020B0305030202060203" pitchFamily="34" charset="77"/>
              </a:defRPr>
            </a:lvl1pPr>
          </a:lstStyle>
          <a:p>
            <a:pPr lvl="0"/>
            <a:r>
              <a:rPr lang="nl-BE" dirty="0"/>
              <a:t>Subtitel</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7" name="Tijdelijke aanduiding voor tekst 7">
            <a:extLst>
              <a:ext uri="{FF2B5EF4-FFF2-40B4-BE49-F238E27FC236}">
                <a16:creationId xmlns:a16="http://schemas.microsoft.com/office/drawing/2014/main" id="{5BAAA3E6-E10F-F91B-0D1C-24AFB416FB1D}"/>
              </a:ext>
            </a:extLst>
          </p:cNvPr>
          <p:cNvSpPr>
            <a:spLocks noGrp="1"/>
          </p:cNvSpPr>
          <p:nvPr>
            <p:ph type="body" sz="quarter" idx="15" hasCustomPrompt="1"/>
          </p:nvPr>
        </p:nvSpPr>
        <p:spPr>
          <a:xfrm>
            <a:off x="811403" y="2268990"/>
            <a:ext cx="5284597"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chemeClr val="bg1"/>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sp>
        <p:nvSpPr>
          <p:cNvPr id="12" name="Tijdelijke aanduiding voor afbeelding 11">
            <a:extLst>
              <a:ext uri="{FF2B5EF4-FFF2-40B4-BE49-F238E27FC236}">
                <a16:creationId xmlns:a16="http://schemas.microsoft.com/office/drawing/2014/main" id="{2A4DD884-616F-6606-3D48-5D631704EA2B}"/>
              </a:ext>
            </a:extLst>
          </p:cNvPr>
          <p:cNvSpPr>
            <a:spLocks noGrp="1"/>
          </p:cNvSpPr>
          <p:nvPr>
            <p:ph type="pic" sz="quarter" idx="16"/>
          </p:nvPr>
        </p:nvSpPr>
        <p:spPr>
          <a:xfrm>
            <a:off x="6619875" y="0"/>
            <a:ext cx="5572125" cy="3429000"/>
          </a:xfrm>
          <a:prstGeom prst="rect">
            <a:avLst/>
          </a:prstGeom>
        </p:spPr>
        <p:txBody>
          <a:bodyPr/>
          <a:lstStyle/>
          <a:p>
            <a:endParaRPr lang="nl-BE"/>
          </a:p>
        </p:txBody>
      </p:sp>
      <p:sp>
        <p:nvSpPr>
          <p:cNvPr id="13" name="Tijdelijke aanduiding voor afbeelding 11">
            <a:extLst>
              <a:ext uri="{FF2B5EF4-FFF2-40B4-BE49-F238E27FC236}">
                <a16:creationId xmlns:a16="http://schemas.microsoft.com/office/drawing/2014/main" id="{EFF319BF-194E-6022-3B68-2FD3A321334D}"/>
              </a:ext>
            </a:extLst>
          </p:cNvPr>
          <p:cNvSpPr>
            <a:spLocks noGrp="1"/>
          </p:cNvSpPr>
          <p:nvPr>
            <p:ph type="pic" sz="quarter" idx="17"/>
          </p:nvPr>
        </p:nvSpPr>
        <p:spPr>
          <a:xfrm>
            <a:off x="6619875" y="3429000"/>
            <a:ext cx="5572125" cy="3429000"/>
          </a:xfrm>
          <a:prstGeom prst="rect">
            <a:avLst/>
          </a:prstGeom>
        </p:spPr>
        <p:txBody>
          <a:bodyPr/>
          <a:lstStyle/>
          <a:p>
            <a:endParaRPr lang="nl-BE"/>
          </a:p>
        </p:txBody>
      </p:sp>
    </p:spTree>
    <p:extLst>
      <p:ext uri="{BB962C8B-B14F-4D97-AF65-F5344CB8AC3E}">
        <p14:creationId xmlns:p14="http://schemas.microsoft.com/office/powerpoint/2010/main" val="38103648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kst + foto + bulletpoin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75F83755-D3D4-48B9-C77B-ED0E5E3A8447}"/>
              </a:ext>
            </a:extLst>
          </p:cNvPr>
          <p:cNvSpPr/>
          <p:nvPr userDrawn="1"/>
        </p:nvSpPr>
        <p:spPr>
          <a:xfrm>
            <a:off x="6812280" y="0"/>
            <a:ext cx="5379720" cy="6858000"/>
          </a:xfrm>
          <a:prstGeom prst="rect">
            <a:avLst/>
          </a:prstGeom>
          <a:solidFill>
            <a:srgbClr val="06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srcRect/>
          <a:stretch/>
        </p:blipFill>
        <p:spPr>
          <a:xfrm>
            <a:off x="11151972" y="177715"/>
            <a:ext cx="784258" cy="863600"/>
          </a:xfrm>
          <a:prstGeom prst="rect">
            <a:avLst/>
          </a:prstGeom>
        </p:spPr>
      </p:pic>
      <p:sp>
        <p:nvSpPr>
          <p:cNvPr id="4" name="Tijdelijke aanduiding voor afbeelding 3">
            <a:extLst>
              <a:ext uri="{FF2B5EF4-FFF2-40B4-BE49-F238E27FC236}">
                <a16:creationId xmlns:a16="http://schemas.microsoft.com/office/drawing/2014/main" id="{23B4284F-2DB7-0972-022D-987DF9B43E82}"/>
              </a:ext>
            </a:extLst>
          </p:cNvPr>
          <p:cNvSpPr>
            <a:spLocks noGrp="1"/>
          </p:cNvSpPr>
          <p:nvPr>
            <p:ph type="pic" sz="quarter" idx="13"/>
          </p:nvPr>
        </p:nvSpPr>
        <p:spPr>
          <a:xfrm>
            <a:off x="5667153" y="850605"/>
            <a:ext cx="2342991" cy="5071730"/>
          </a:xfrm>
          <a:prstGeom prst="rect">
            <a:avLst/>
          </a:prstGeom>
        </p:spPr>
        <p:txBody>
          <a:bodyPr/>
          <a:lstStyle/>
          <a:p>
            <a:endParaRPr lang="nl-BE"/>
          </a:p>
        </p:txBody>
      </p:sp>
      <p:sp>
        <p:nvSpPr>
          <p:cNvPr id="11" name="Tijdelijke aanduiding voor tekst 7">
            <a:extLst>
              <a:ext uri="{FF2B5EF4-FFF2-40B4-BE49-F238E27FC236}">
                <a16:creationId xmlns:a16="http://schemas.microsoft.com/office/drawing/2014/main" id="{A5729902-0054-5F75-1245-7ADAA09F45A2}"/>
              </a:ext>
            </a:extLst>
          </p:cNvPr>
          <p:cNvSpPr>
            <a:spLocks noGrp="1"/>
          </p:cNvSpPr>
          <p:nvPr>
            <p:ph type="body" sz="quarter" idx="14" hasCustomPrompt="1"/>
          </p:nvPr>
        </p:nvSpPr>
        <p:spPr>
          <a:xfrm>
            <a:off x="811402" y="1359843"/>
            <a:ext cx="5284597" cy="600012"/>
          </a:xfrm>
          <a:prstGeom prst="rect">
            <a:avLst/>
          </a:prstGeom>
        </p:spPr>
        <p:txBody>
          <a:bodyPr/>
          <a:lstStyle>
            <a:lvl1pPr marL="0" indent="0" algn="l">
              <a:buNone/>
              <a:defRPr sz="4800" b="0" i="0">
                <a:solidFill>
                  <a:schemeClr val="bg1"/>
                </a:solidFill>
                <a:latin typeface="Söhne Breit Kräftig" panose="020B0505030202060203" pitchFamily="34" charset="77"/>
              </a:defRPr>
            </a:lvl1pPr>
          </a:lstStyle>
          <a:p>
            <a:pPr lvl="0"/>
            <a:r>
              <a:rPr lang="nl-BE" dirty="0"/>
              <a:t>Hoofdtitel</a:t>
            </a:r>
          </a:p>
        </p:txBody>
      </p:sp>
      <p:sp>
        <p:nvSpPr>
          <p:cNvPr id="14" name="Tijdelijke aanduiding voor tekst 7">
            <a:extLst>
              <a:ext uri="{FF2B5EF4-FFF2-40B4-BE49-F238E27FC236}">
                <a16:creationId xmlns:a16="http://schemas.microsoft.com/office/drawing/2014/main" id="{2A6CEA59-8824-B1F7-1373-39235E988838}"/>
              </a:ext>
            </a:extLst>
          </p:cNvPr>
          <p:cNvSpPr>
            <a:spLocks noGrp="1"/>
          </p:cNvSpPr>
          <p:nvPr>
            <p:ph type="body" sz="quarter" idx="15" hasCustomPrompt="1"/>
          </p:nvPr>
        </p:nvSpPr>
        <p:spPr>
          <a:xfrm>
            <a:off x="811403" y="1053633"/>
            <a:ext cx="5284598" cy="365126"/>
          </a:xfrm>
          <a:prstGeom prst="rect">
            <a:avLst/>
          </a:prstGeom>
        </p:spPr>
        <p:txBody>
          <a:bodyPr/>
          <a:lstStyle>
            <a:lvl1pPr marL="0" indent="0" algn="l">
              <a:buNone/>
              <a:defRPr sz="1600" b="0" i="0">
                <a:solidFill>
                  <a:srgbClr val="0672FF"/>
                </a:solidFill>
                <a:latin typeface="Söhne Breit Leicht" panose="020B0305030202060203" pitchFamily="34" charset="77"/>
              </a:defRPr>
            </a:lvl1pPr>
          </a:lstStyle>
          <a:p>
            <a:pPr lvl="0"/>
            <a:r>
              <a:rPr lang="nl-BE" dirty="0"/>
              <a:t>Subtitel</a:t>
            </a:r>
          </a:p>
        </p:txBody>
      </p:sp>
      <p:sp>
        <p:nvSpPr>
          <p:cNvPr id="15" name="Tijdelijke aanduiding voor tekst 7">
            <a:extLst>
              <a:ext uri="{FF2B5EF4-FFF2-40B4-BE49-F238E27FC236}">
                <a16:creationId xmlns:a16="http://schemas.microsoft.com/office/drawing/2014/main" id="{0310F649-2916-8036-4CDB-F8EC3F4376F1}"/>
              </a:ext>
            </a:extLst>
          </p:cNvPr>
          <p:cNvSpPr>
            <a:spLocks noGrp="1"/>
          </p:cNvSpPr>
          <p:nvPr>
            <p:ph type="body" sz="quarter" idx="16" hasCustomPrompt="1"/>
          </p:nvPr>
        </p:nvSpPr>
        <p:spPr>
          <a:xfrm>
            <a:off x="811404" y="2268990"/>
            <a:ext cx="4186800"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chemeClr val="bg1"/>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pic>
        <p:nvPicPr>
          <p:cNvPr id="16" name="Afbeelding 15">
            <a:extLst>
              <a:ext uri="{FF2B5EF4-FFF2-40B4-BE49-F238E27FC236}">
                <a16:creationId xmlns:a16="http://schemas.microsoft.com/office/drawing/2014/main" id="{9C0D07CE-6F04-8ED0-9DCE-686858D52C2D}"/>
              </a:ext>
            </a:extLst>
          </p:cNvPr>
          <p:cNvPicPr>
            <a:picLocks noChangeAspect="1"/>
          </p:cNvPicPr>
          <p:nvPr userDrawn="1"/>
        </p:nvPicPr>
        <p:blipFill>
          <a:blip r:embed="rId3"/>
          <a:stretch>
            <a:fillRect/>
          </a:stretch>
        </p:blipFill>
        <p:spPr>
          <a:xfrm rot="16200000">
            <a:off x="8660158" y="1559872"/>
            <a:ext cx="265551" cy="199953"/>
          </a:xfrm>
          <a:prstGeom prst="rect">
            <a:avLst/>
          </a:prstGeom>
        </p:spPr>
      </p:pic>
      <p:sp>
        <p:nvSpPr>
          <p:cNvPr id="19" name="Tijdelijke aanduiding voor tekst 8">
            <a:extLst>
              <a:ext uri="{FF2B5EF4-FFF2-40B4-BE49-F238E27FC236}">
                <a16:creationId xmlns:a16="http://schemas.microsoft.com/office/drawing/2014/main" id="{C891E1D0-093E-8E41-B4C6-4D703D043516}"/>
              </a:ext>
            </a:extLst>
          </p:cNvPr>
          <p:cNvSpPr>
            <a:spLocks noGrp="1"/>
          </p:cNvSpPr>
          <p:nvPr>
            <p:ph type="body" sz="quarter" idx="17" hasCustomPrompt="1"/>
          </p:nvPr>
        </p:nvSpPr>
        <p:spPr>
          <a:xfrm>
            <a:off x="8993751" y="1500961"/>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pic>
        <p:nvPicPr>
          <p:cNvPr id="24" name="Afbeelding 23">
            <a:extLst>
              <a:ext uri="{FF2B5EF4-FFF2-40B4-BE49-F238E27FC236}">
                <a16:creationId xmlns:a16="http://schemas.microsoft.com/office/drawing/2014/main" id="{53728C5A-5ABA-19CA-3B0A-275CDE80FC7C}"/>
              </a:ext>
            </a:extLst>
          </p:cNvPr>
          <p:cNvPicPr>
            <a:picLocks noChangeAspect="1"/>
          </p:cNvPicPr>
          <p:nvPr userDrawn="1"/>
        </p:nvPicPr>
        <p:blipFill>
          <a:blip r:embed="rId3"/>
          <a:stretch>
            <a:fillRect/>
          </a:stretch>
        </p:blipFill>
        <p:spPr>
          <a:xfrm rot="16200000">
            <a:off x="8660158" y="2279539"/>
            <a:ext cx="265551" cy="199953"/>
          </a:xfrm>
          <a:prstGeom prst="rect">
            <a:avLst/>
          </a:prstGeom>
        </p:spPr>
      </p:pic>
      <p:pic>
        <p:nvPicPr>
          <p:cNvPr id="25" name="Afbeelding 24">
            <a:extLst>
              <a:ext uri="{FF2B5EF4-FFF2-40B4-BE49-F238E27FC236}">
                <a16:creationId xmlns:a16="http://schemas.microsoft.com/office/drawing/2014/main" id="{0B21D9F1-2CED-3FC1-0D65-DBA8A8E7D8C8}"/>
              </a:ext>
            </a:extLst>
          </p:cNvPr>
          <p:cNvPicPr>
            <a:picLocks noChangeAspect="1"/>
          </p:cNvPicPr>
          <p:nvPr userDrawn="1"/>
        </p:nvPicPr>
        <p:blipFill>
          <a:blip r:embed="rId3"/>
          <a:stretch>
            <a:fillRect/>
          </a:stretch>
        </p:blipFill>
        <p:spPr>
          <a:xfrm rot="16200000">
            <a:off x="8660158" y="2999206"/>
            <a:ext cx="265551" cy="199953"/>
          </a:xfrm>
          <a:prstGeom prst="rect">
            <a:avLst/>
          </a:prstGeom>
        </p:spPr>
      </p:pic>
      <p:pic>
        <p:nvPicPr>
          <p:cNvPr id="26" name="Afbeelding 25">
            <a:extLst>
              <a:ext uri="{FF2B5EF4-FFF2-40B4-BE49-F238E27FC236}">
                <a16:creationId xmlns:a16="http://schemas.microsoft.com/office/drawing/2014/main" id="{CDB772F0-DE57-071C-4BDF-A14876AF10E7}"/>
              </a:ext>
            </a:extLst>
          </p:cNvPr>
          <p:cNvPicPr>
            <a:picLocks noChangeAspect="1"/>
          </p:cNvPicPr>
          <p:nvPr userDrawn="1"/>
        </p:nvPicPr>
        <p:blipFill>
          <a:blip r:embed="rId3"/>
          <a:stretch>
            <a:fillRect/>
          </a:stretch>
        </p:blipFill>
        <p:spPr>
          <a:xfrm rot="16200000">
            <a:off x="8660158" y="3744272"/>
            <a:ext cx="265551" cy="199953"/>
          </a:xfrm>
          <a:prstGeom prst="rect">
            <a:avLst/>
          </a:prstGeom>
        </p:spPr>
      </p:pic>
      <p:pic>
        <p:nvPicPr>
          <p:cNvPr id="27" name="Afbeelding 26">
            <a:extLst>
              <a:ext uri="{FF2B5EF4-FFF2-40B4-BE49-F238E27FC236}">
                <a16:creationId xmlns:a16="http://schemas.microsoft.com/office/drawing/2014/main" id="{75AA7266-74F8-59A8-3FF4-3556C1796105}"/>
              </a:ext>
            </a:extLst>
          </p:cNvPr>
          <p:cNvPicPr>
            <a:picLocks noChangeAspect="1"/>
          </p:cNvPicPr>
          <p:nvPr userDrawn="1"/>
        </p:nvPicPr>
        <p:blipFill>
          <a:blip r:embed="rId3"/>
          <a:stretch>
            <a:fillRect/>
          </a:stretch>
        </p:blipFill>
        <p:spPr>
          <a:xfrm rot="16200000">
            <a:off x="8660158" y="4438539"/>
            <a:ext cx="265551" cy="199953"/>
          </a:xfrm>
          <a:prstGeom prst="rect">
            <a:avLst/>
          </a:prstGeom>
        </p:spPr>
      </p:pic>
      <p:pic>
        <p:nvPicPr>
          <p:cNvPr id="28" name="Afbeelding 27">
            <a:extLst>
              <a:ext uri="{FF2B5EF4-FFF2-40B4-BE49-F238E27FC236}">
                <a16:creationId xmlns:a16="http://schemas.microsoft.com/office/drawing/2014/main" id="{56DBAEB0-819A-FF30-23A7-C19A08D29B88}"/>
              </a:ext>
            </a:extLst>
          </p:cNvPr>
          <p:cNvPicPr>
            <a:picLocks noChangeAspect="1"/>
          </p:cNvPicPr>
          <p:nvPr userDrawn="1"/>
        </p:nvPicPr>
        <p:blipFill>
          <a:blip r:embed="rId3"/>
          <a:stretch>
            <a:fillRect/>
          </a:stretch>
        </p:blipFill>
        <p:spPr>
          <a:xfrm rot="16200000">
            <a:off x="8660158" y="5132806"/>
            <a:ext cx="265551" cy="199953"/>
          </a:xfrm>
          <a:prstGeom prst="rect">
            <a:avLst/>
          </a:prstGeom>
        </p:spPr>
      </p:pic>
      <p:sp>
        <p:nvSpPr>
          <p:cNvPr id="29" name="Tijdelijke aanduiding voor tekst 8">
            <a:extLst>
              <a:ext uri="{FF2B5EF4-FFF2-40B4-BE49-F238E27FC236}">
                <a16:creationId xmlns:a16="http://schemas.microsoft.com/office/drawing/2014/main" id="{8445340E-DCC7-AD3D-A890-9E45CF2FE1A4}"/>
              </a:ext>
            </a:extLst>
          </p:cNvPr>
          <p:cNvSpPr>
            <a:spLocks noGrp="1"/>
          </p:cNvSpPr>
          <p:nvPr>
            <p:ph type="body" sz="quarter" idx="18" hasCustomPrompt="1"/>
          </p:nvPr>
        </p:nvSpPr>
        <p:spPr>
          <a:xfrm>
            <a:off x="8993751" y="2212161"/>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0" name="Tijdelijke aanduiding voor tekst 8">
            <a:extLst>
              <a:ext uri="{FF2B5EF4-FFF2-40B4-BE49-F238E27FC236}">
                <a16:creationId xmlns:a16="http://schemas.microsoft.com/office/drawing/2014/main" id="{C0240BE6-481F-53C9-0FC2-0D53506526AB}"/>
              </a:ext>
            </a:extLst>
          </p:cNvPr>
          <p:cNvSpPr>
            <a:spLocks noGrp="1"/>
          </p:cNvSpPr>
          <p:nvPr>
            <p:ph type="body" sz="quarter" idx="19" hasCustomPrompt="1"/>
          </p:nvPr>
        </p:nvSpPr>
        <p:spPr>
          <a:xfrm>
            <a:off x="8993751" y="2931827"/>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1" name="Tijdelijke aanduiding voor tekst 8">
            <a:extLst>
              <a:ext uri="{FF2B5EF4-FFF2-40B4-BE49-F238E27FC236}">
                <a16:creationId xmlns:a16="http://schemas.microsoft.com/office/drawing/2014/main" id="{D0E35679-BB6A-1AD1-7A15-456193D455E1}"/>
              </a:ext>
            </a:extLst>
          </p:cNvPr>
          <p:cNvSpPr>
            <a:spLocks noGrp="1"/>
          </p:cNvSpPr>
          <p:nvPr>
            <p:ph type="body" sz="quarter" idx="20" hasCustomPrompt="1"/>
          </p:nvPr>
        </p:nvSpPr>
        <p:spPr>
          <a:xfrm>
            <a:off x="8993751" y="3659960"/>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2" name="Tijdelijke aanduiding voor tekst 8">
            <a:extLst>
              <a:ext uri="{FF2B5EF4-FFF2-40B4-BE49-F238E27FC236}">
                <a16:creationId xmlns:a16="http://schemas.microsoft.com/office/drawing/2014/main" id="{01343B1B-B656-8114-5C36-2B9298EA74E0}"/>
              </a:ext>
            </a:extLst>
          </p:cNvPr>
          <p:cNvSpPr>
            <a:spLocks noGrp="1"/>
          </p:cNvSpPr>
          <p:nvPr>
            <p:ph type="body" sz="quarter" idx="21" hasCustomPrompt="1"/>
          </p:nvPr>
        </p:nvSpPr>
        <p:spPr>
          <a:xfrm>
            <a:off x="8993751" y="4371160"/>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3" name="Tijdelijke aanduiding voor tekst 8">
            <a:extLst>
              <a:ext uri="{FF2B5EF4-FFF2-40B4-BE49-F238E27FC236}">
                <a16:creationId xmlns:a16="http://schemas.microsoft.com/office/drawing/2014/main" id="{0898407A-B0DE-2D02-1698-909143124CF9}"/>
              </a:ext>
            </a:extLst>
          </p:cNvPr>
          <p:cNvSpPr>
            <a:spLocks noGrp="1"/>
          </p:cNvSpPr>
          <p:nvPr>
            <p:ph type="body" sz="quarter" idx="22" hasCustomPrompt="1"/>
          </p:nvPr>
        </p:nvSpPr>
        <p:spPr>
          <a:xfrm>
            <a:off x="8993751" y="5090827"/>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Tree>
    <p:extLst>
      <p:ext uri="{BB962C8B-B14F-4D97-AF65-F5344CB8AC3E}">
        <p14:creationId xmlns:p14="http://schemas.microsoft.com/office/powerpoint/2010/main" val="29707606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pen Dia + foto">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75F83755-D3D4-48B9-C77B-ED0E5E3A8447}"/>
              </a:ext>
            </a:extLst>
          </p:cNvPr>
          <p:cNvSpPr/>
          <p:nvPr userDrawn="1"/>
        </p:nvSpPr>
        <p:spPr>
          <a:xfrm>
            <a:off x="6812280" y="0"/>
            <a:ext cx="5379720" cy="6858000"/>
          </a:xfrm>
          <a:prstGeom prst="rect">
            <a:avLst/>
          </a:prstGeom>
          <a:solidFill>
            <a:srgbClr val="06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srcRect/>
          <a:stretch/>
        </p:blipFill>
        <p:spPr>
          <a:xfrm>
            <a:off x="11151972" y="177715"/>
            <a:ext cx="784258" cy="863600"/>
          </a:xfrm>
          <a:prstGeom prst="rect">
            <a:avLst/>
          </a:prstGeom>
        </p:spPr>
      </p:pic>
      <p:sp>
        <p:nvSpPr>
          <p:cNvPr id="11" name="Tijdelijke aanduiding voor tekst 7">
            <a:extLst>
              <a:ext uri="{FF2B5EF4-FFF2-40B4-BE49-F238E27FC236}">
                <a16:creationId xmlns:a16="http://schemas.microsoft.com/office/drawing/2014/main" id="{A5729902-0054-5F75-1245-7ADAA09F45A2}"/>
              </a:ext>
            </a:extLst>
          </p:cNvPr>
          <p:cNvSpPr>
            <a:spLocks noGrp="1"/>
          </p:cNvSpPr>
          <p:nvPr>
            <p:ph type="body" sz="quarter" idx="14" hasCustomPrompt="1"/>
          </p:nvPr>
        </p:nvSpPr>
        <p:spPr>
          <a:xfrm>
            <a:off x="811402" y="1359843"/>
            <a:ext cx="5284597" cy="600012"/>
          </a:xfrm>
          <a:prstGeom prst="rect">
            <a:avLst/>
          </a:prstGeom>
        </p:spPr>
        <p:txBody>
          <a:bodyPr/>
          <a:lstStyle>
            <a:lvl1pPr marL="0" indent="0" algn="l">
              <a:buNone/>
              <a:defRPr sz="4800" b="0" i="0">
                <a:solidFill>
                  <a:schemeClr val="bg1"/>
                </a:solidFill>
                <a:latin typeface="Söhne Breit Kräftig" panose="020B0505030202060203" pitchFamily="34" charset="77"/>
              </a:defRPr>
            </a:lvl1pPr>
          </a:lstStyle>
          <a:p>
            <a:pPr lvl="0"/>
            <a:r>
              <a:rPr lang="nl-BE" dirty="0"/>
              <a:t>Hoofdtitel</a:t>
            </a:r>
          </a:p>
        </p:txBody>
      </p:sp>
      <p:sp>
        <p:nvSpPr>
          <p:cNvPr id="14" name="Tijdelijke aanduiding voor tekst 7">
            <a:extLst>
              <a:ext uri="{FF2B5EF4-FFF2-40B4-BE49-F238E27FC236}">
                <a16:creationId xmlns:a16="http://schemas.microsoft.com/office/drawing/2014/main" id="{2A6CEA59-8824-B1F7-1373-39235E988838}"/>
              </a:ext>
            </a:extLst>
          </p:cNvPr>
          <p:cNvSpPr>
            <a:spLocks noGrp="1"/>
          </p:cNvSpPr>
          <p:nvPr>
            <p:ph type="body" sz="quarter" idx="15" hasCustomPrompt="1"/>
          </p:nvPr>
        </p:nvSpPr>
        <p:spPr>
          <a:xfrm>
            <a:off x="811403" y="1053633"/>
            <a:ext cx="5284598" cy="365126"/>
          </a:xfrm>
          <a:prstGeom prst="rect">
            <a:avLst/>
          </a:prstGeom>
        </p:spPr>
        <p:txBody>
          <a:bodyPr/>
          <a:lstStyle>
            <a:lvl1pPr marL="0" indent="0" algn="l">
              <a:buNone/>
              <a:defRPr sz="1600" b="0" i="0">
                <a:solidFill>
                  <a:srgbClr val="0672FF"/>
                </a:solidFill>
                <a:latin typeface="Söhne Breit Leicht" panose="020B0305030202060203" pitchFamily="34" charset="77"/>
              </a:defRPr>
            </a:lvl1pPr>
          </a:lstStyle>
          <a:p>
            <a:pPr lvl="0"/>
            <a:r>
              <a:rPr lang="nl-BE" dirty="0"/>
              <a:t>Subtitel</a:t>
            </a:r>
          </a:p>
        </p:txBody>
      </p:sp>
      <p:sp>
        <p:nvSpPr>
          <p:cNvPr id="7" name="Tijdelijke aanduiding voor afbeelding 6">
            <a:extLst>
              <a:ext uri="{FF2B5EF4-FFF2-40B4-BE49-F238E27FC236}">
                <a16:creationId xmlns:a16="http://schemas.microsoft.com/office/drawing/2014/main" id="{96344B2A-B49D-45C1-D9F0-6A85CF215EDC}"/>
              </a:ext>
            </a:extLst>
          </p:cNvPr>
          <p:cNvSpPr>
            <a:spLocks noGrp="1"/>
          </p:cNvSpPr>
          <p:nvPr>
            <p:ph type="pic" sz="quarter" idx="16"/>
          </p:nvPr>
        </p:nvSpPr>
        <p:spPr>
          <a:xfrm>
            <a:off x="6811963" y="0"/>
            <a:ext cx="5380037" cy="6858000"/>
          </a:xfrm>
          <a:prstGeom prst="rect">
            <a:avLst/>
          </a:prstGeom>
        </p:spPr>
        <p:txBody>
          <a:bodyPr/>
          <a:lstStyle/>
          <a:p>
            <a:endParaRPr lang="nl-BE"/>
          </a:p>
        </p:txBody>
      </p:sp>
    </p:spTree>
    <p:extLst>
      <p:ext uri="{BB962C8B-B14F-4D97-AF65-F5344CB8AC3E}">
        <p14:creationId xmlns:p14="http://schemas.microsoft.com/office/powerpoint/2010/main" val="42132284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rticale titel en tekst">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468821F7-38FD-BCF3-A090-14E6E63F1A95}"/>
              </a:ext>
            </a:extLst>
          </p:cNvPr>
          <p:cNvSpPr/>
          <p:nvPr userDrawn="1"/>
        </p:nvSpPr>
        <p:spPr>
          <a:xfrm rot="900000">
            <a:off x="6220748" y="-1206310"/>
            <a:ext cx="6825558" cy="9318478"/>
          </a:xfrm>
          <a:prstGeom prst="rect">
            <a:avLst/>
          </a:prstGeom>
          <a:solidFill>
            <a:srgbClr val="06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Tijdelijke aanduiding voor tekst 9">
            <a:extLst>
              <a:ext uri="{FF2B5EF4-FFF2-40B4-BE49-F238E27FC236}">
                <a16:creationId xmlns:a16="http://schemas.microsoft.com/office/drawing/2014/main" id="{DA0D43F7-6E60-89CB-C988-7DBFF0B07985}"/>
              </a:ext>
            </a:extLst>
          </p:cNvPr>
          <p:cNvSpPr>
            <a:spLocks noGrp="1"/>
          </p:cNvSpPr>
          <p:nvPr>
            <p:ph type="body" sz="quarter" idx="10" hasCustomPrompt="1"/>
          </p:nvPr>
        </p:nvSpPr>
        <p:spPr>
          <a:xfrm>
            <a:off x="647700" y="2119429"/>
            <a:ext cx="4978400" cy="2667000"/>
          </a:xfrm>
          <a:prstGeom prst="rect">
            <a:avLst/>
          </a:prstGeom>
        </p:spPr>
        <p:txBody>
          <a:bodyPr/>
          <a:lstStyle>
            <a:lvl1pPr marL="0" indent="0">
              <a:buNone/>
              <a:defRPr sz="23000" b="1" i="1">
                <a:solidFill>
                  <a:srgbClr val="0672FF"/>
                </a:solidFill>
                <a:latin typeface="Söhne Schmal Halbfett Kursiv" panose="02060506060206060203" pitchFamily="18" charset="77"/>
              </a:defRPr>
            </a:lvl1pPr>
          </a:lstStyle>
          <a:p>
            <a:pPr lvl="0"/>
            <a:r>
              <a:rPr lang="nl-NL" dirty="0"/>
              <a:t>BLUVN</a:t>
            </a:r>
            <a:endParaRPr lang="nl-BE" dirty="0"/>
          </a:p>
        </p:txBody>
      </p:sp>
      <p:sp>
        <p:nvSpPr>
          <p:cNvPr id="11" name="Tijdelijke aanduiding voor tekst 9">
            <a:extLst>
              <a:ext uri="{FF2B5EF4-FFF2-40B4-BE49-F238E27FC236}">
                <a16:creationId xmlns:a16="http://schemas.microsoft.com/office/drawing/2014/main" id="{272AD311-41AC-F221-281A-071B8A197907}"/>
              </a:ext>
            </a:extLst>
          </p:cNvPr>
          <p:cNvSpPr>
            <a:spLocks noGrp="1"/>
          </p:cNvSpPr>
          <p:nvPr>
            <p:ph type="body" sz="quarter" idx="11" hasCustomPrompt="1"/>
          </p:nvPr>
        </p:nvSpPr>
        <p:spPr>
          <a:xfrm>
            <a:off x="6527800" y="2119429"/>
            <a:ext cx="4978400" cy="2667000"/>
          </a:xfrm>
          <a:prstGeom prst="rect">
            <a:avLst/>
          </a:prstGeom>
        </p:spPr>
        <p:txBody>
          <a:bodyPr/>
          <a:lstStyle>
            <a:lvl1pPr marL="0" indent="0">
              <a:buNone/>
              <a:defRPr sz="23000" b="1" i="1">
                <a:solidFill>
                  <a:srgbClr val="0C121A"/>
                </a:solidFill>
                <a:latin typeface="Söhne Schmal Halbfett Kursiv" panose="02060506060206060203" pitchFamily="18" charset="77"/>
              </a:defRPr>
            </a:lvl1pPr>
          </a:lstStyle>
          <a:p>
            <a:pPr lvl="0"/>
            <a:r>
              <a:rPr lang="nl-NL" dirty="0"/>
              <a:t>GOAN</a:t>
            </a:r>
            <a:endParaRPr lang="nl-BE" dirty="0"/>
          </a:p>
        </p:txBody>
      </p:sp>
    </p:spTree>
    <p:extLst>
      <p:ext uri="{BB962C8B-B14F-4D97-AF65-F5344CB8AC3E}">
        <p14:creationId xmlns:p14="http://schemas.microsoft.com/office/powerpoint/2010/main" val="941127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dia - Optie 0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A76C98F7-5EA2-9E03-131C-34CC30F6B1D1}"/>
              </a:ext>
            </a:extLst>
          </p:cNvPr>
          <p:cNvPicPr>
            <a:picLocks noChangeAspect="1"/>
          </p:cNvPicPr>
          <p:nvPr userDrawn="1"/>
        </p:nvPicPr>
        <p:blipFill rotWithShape="1">
          <a:blip r:embed="rId2">
            <a:alphaModFix amt="5000"/>
          </a:blip>
          <a:srcRect l="27382" t="12766" r="28443" b="12766"/>
          <a:stretch/>
        </p:blipFill>
        <p:spPr>
          <a:xfrm>
            <a:off x="1" y="-1"/>
            <a:ext cx="12192000" cy="6858001"/>
          </a:xfrm>
          <a:prstGeom prst="rect">
            <a:avLst/>
          </a:prstGeom>
          <a:noFill/>
        </p:spPr>
      </p:pic>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rgbClr val="191E25"/>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0672FF"/>
                </a:solidFill>
                <a:latin typeface="Söhne Breit Kräftig" panose="020B0505030202060203" pitchFamily="34" charset="77"/>
              </a:defRPr>
            </a:lvl1pPr>
          </a:lstStyle>
          <a:p>
            <a:pPr lvl="0"/>
            <a:r>
              <a:rPr lang="nl-BE" dirty="0"/>
              <a:t>Dit is een subtitel</a:t>
            </a:r>
          </a:p>
        </p:txBody>
      </p:sp>
      <p:pic>
        <p:nvPicPr>
          <p:cNvPr id="17" name="Afbeelding 16">
            <a:extLst>
              <a:ext uri="{FF2B5EF4-FFF2-40B4-BE49-F238E27FC236}">
                <a16:creationId xmlns:a16="http://schemas.microsoft.com/office/drawing/2014/main" id="{B7FEC378-0C74-9E1A-247F-25EA1D0A75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2483795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dia - Optie 02">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3292E892-2D10-74F0-6149-4A8B0A5408AF}"/>
              </a:ext>
            </a:extLst>
          </p:cNvPr>
          <p:cNvPicPr>
            <a:picLocks noChangeAspect="1"/>
          </p:cNvPicPr>
          <p:nvPr userDrawn="1"/>
        </p:nvPicPr>
        <p:blipFill rotWithShape="1">
          <a:blip r:embed="rId2">
            <a:alphaModFix amt="5000"/>
          </a:blip>
          <a:srcRect l="12413" t="7413" r="11198" b="7413"/>
          <a:stretch/>
        </p:blipFill>
        <p:spPr>
          <a:xfrm>
            <a:off x="0" y="0"/>
            <a:ext cx="12192000" cy="6858000"/>
          </a:xfrm>
          <a:prstGeom prst="rect">
            <a:avLst/>
          </a:prstGeom>
        </p:spPr>
      </p:pic>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rgbClr val="191E25"/>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0672FF"/>
                </a:solidFill>
                <a:latin typeface="Söhne Breit Kräftig" panose="020B0505030202060203" pitchFamily="34" charset="77"/>
              </a:defRPr>
            </a:lvl1pPr>
          </a:lstStyle>
          <a:p>
            <a:pPr lvl="0"/>
            <a:r>
              <a:rPr lang="nl-BE" dirty="0"/>
              <a:t>Dit is een subtitel</a:t>
            </a:r>
          </a:p>
        </p:txBody>
      </p:sp>
      <p:pic>
        <p:nvPicPr>
          <p:cNvPr id="17" name="Afbeelding 16">
            <a:extLst>
              <a:ext uri="{FF2B5EF4-FFF2-40B4-BE49-F238E27FC236}">
                <a16:creationId xmlns:a16="http://schemas.microsoft.com/office/drawing/2014/main" id="{B7FEC378-0C74-9E1A-247F-25EA1D0A75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694671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eldia - Optie 02">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rgbClr val="191E25"/>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0672FF"/>
                </a:solidFill>
                <a:latin typeface="Söhne Breit Kräftig" panose="020B0505030202060203" pitchFamily="34" charset="77"/>
              </a:defRPr>
            </a:lvl1pPr>
          </a:lstStyle>
          <a:p>
            <a:pPr lvl="0"/>
            <a:r>
              <a:rPr lang="nl-BE" dirty="0"/>
              <a:t>Dit is een subtitel</a:t>
            </a:r>
          </a:p>
        </p:txBody>
      </p:sp>
      <p:pic>
        <p:nvPicPr>
          <p:cNvPr id="17" name="Afbeelding 16">
            <a:extLst>
              <a:ext uri="{FF2B5EF4-FFF2-40B4-BE49-F238E27FC236}">
                <a16:creationId xmlns:a16="http://schemas.microsoft.com/office/drawing/2014/main" id="{B7FEC378-0C74-9E1A-247F-25EA1D0A75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39900861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leid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21080A3E-4748-BEB0-EB16-2FBCC3C46584}"/>
              </a:ext>
            </a:extLst>
          </p:cNvPr>
          <p:cNvPicPr>
            <a:picLocks noChangeAspect="1"/>
          </p:cNvPicPr>
          <p:nvPr userDrawn="1"/>
        </p:nvPicPr>
        <p:blipFill rotWithShape="1">
          <a:blip r:embed="rId2">
            <a:alphaModFix/>
          </a:blip>
          <a:srcRect l="21778" t="5940" r="35531" b="8227"/>
          <a:stretch/>
        </p:blipFill>
        <p:spPr>
          <a:xfrm>
            <a:off x="5429249" y="-1"/>
            <a:ext cx="6762751" cy="6858001"/>
          </a:xfrm>
          <a:prstGeom prst="rect">
            <a:avLst/>
          </a:prstGeom>
        </p:spPr>
      </p:pic>
      <p:sp>
        <p:nvSpPr>
          <p:cNvPr id="3" name="Tijdelijke aanduiding voor afbeelding 2">
            <a:extLst>
              <a:ext uri="{FF2B5EF4-FFF2-40B4-BE49-F238E27FC236}">
                <a16:creationId xmlns:a16="http://schemas.microsoft.com/office/drawing/2014/main" id="{2585ABDC-CC14-D480-3EA6-D6ABF1DE2933}"/>
              </a:ext>
            </a:extLst>
          </p:cNvPr>
          <p:cNvSpPr>
            <a:spLocks noGrp="1"/>
          </p:cNvSpPr>
          <p:nvPr>
            <p:ph type="pic" sz="quarter" idx="13"/>
          </p:nvPr>
        </p:nvSpPr>
        <p:spPr>
          <a:xfrm>
            <a:off x="0" y="0"/>
            <a:ext cx="5429250" cy="6858000"/>
          </a:xfrm>
          <a:prstGeom prst="rect">
            <a:avLst/>
          </a:prstGeom>
          <a:solidFill>
            <a:schemeClr val="tx1"/>
          </a:solidFill>
        </p:spPr>
        <p:txBody>
          <a:bodyPr/>
          <a:lstStyle>
            <a:lvl1pPr>
              <a:defRPr>
                <a:ln>
                  <a:solidFill>
                    <a:sysClr val="windowText" lastClr="000000"/>
                  </a:solidFill>
                </a:ln>
                <a:solidFill>
                  <a:sysClr val="windowText" lastClr="000000"/>
                </a:solidFill>
              </a:defRPr>
            </a:lvl1pPr>
          </a:lstStyle>
          <a:p>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9" name="Tijdelijke aanduiding voor tekst 8">
            <a:extLst>
              <a:ext uri="{FF2B5EF4-FFF2-40B4-BE49-F238E27FC236}">
                <a16:creationId xmlns:a16="http://schemas.microsoft.com/office/drawing/2014/main" id="{D5BAB11B-EACE-84D3-EC0E-C9204FECEA8C}"/>
              </a:ext>
            </a:extLst>
          </p:cNvPr>
          <p:cNvSpPr>
            <a:spLocks noGrp="1"/>
          </p:cNvSpPr>
          <p:nvPr>
            <p:ph type="body" sz="quarter" idx="14" hasCustomPrompt="1"/>
          </p:nvPr>
        </p:nvSpPr>
        <p:spPr>
          <a:xfrm>
            <a:off x="6815359" y="2710551"/>
            <a:ext cx="1879542" cy="2775849"/>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600" b="1" i="0">
                <a:ln>
                  <a:noFill/>
                </a:ln>
                <a:solidFill>
                  <a:srgbClr val="191E25"/>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a:t>
            </a:r>
          </a:p>
          <a:p>
            <a:pPr lvl="0"/>
            <a:endParaRPr lang="nl-NL" dirty="0"/>
          </a:p>
          <a:p>
            <a:pPr lvl="0"/>
            <a:endParaRPr lang="nl-BE" dirty="0"/>
          </a:p>
        </p:txBody>
      </p:sp>
      <p:pic>
        <p:nvPicPr>
          <p:cNvPr id="12" name="Afbeelding 11">
            <a:extLst>
              <a:ext uri="{FF2B5EF4-FFF2-40B4-BE49-F238E27FC236}">
                <a16:creationId xmlns:a16="http://schemas.microsoft.com/office/drawing/2014/main" id="{A7812F72-0C40-6904-065B-4F648A6779B3}"/>
              </a:ext>
            </a:extLst>
          </p:cNvPr>
          <p:cNvPicPr>
            <a:picLocks noChangeAspect="1"/>
          </p:cNvPicPr>
          <p:nvPr userDrawn="1"/>
        </p:nvPicPr>
        <p:blipFill>
          <a:blip r:embed="rId3"/>
          <a:stretch>
            <a:fillRect/>
          </a:stretch>
        </p:blipFill>
        <p:spPr>
          <a:xfrm>
            <a:off x="6050010" y="2762234"/>
            <a:ext cx="91979" cy="122154"/>
          </a:xfrm>
          <a:prstGeom prst="rect">
            <a:avLst/>
          </a:prstGeom>
        </p:spPr>
      </p:pic>
      <p:pic>
        <p:nvPicPr>
          <p:cNvPr id="13" name="Afbeelding 12">
            <a:extLst>
              <a:ext uri="{FF2B5EF4-FFF2-40B4-BE49-F238E27FC236}">
                <a16:creationId xmlns:a16="http://schemas.microsoft.com/office/drawing/2014/main" id="{506719E6-2AC8-E600-C642-5DEE751E5278}"/>
              </a:ext>
            </a:extLst>
          </p:cNvPr>
          <p:cNvPicPr>
            <a:picLocks noChangeAspect="1"/>
          </p:cNvPicPr>
          <p:nvPr userDrawn="1"/>
        </p:nvPicPr>
        <p:blipFill>
          <a:blip r:embed="rId3"/>
          <a:stretch>
            <a:fillRect/>
          </a:stretch>
        </p:blipFill>
        <p:spPr>
          <a:xfrm>
            <a:off x="6050010" y="3124018"/>
            <a:ext cx="91979" cy="122154"/>
          </a:xfrm>
          <a:prstGeom prst="rect">
            <a:avLst/>
          </a:prstGeom>
        </p:spPr>
      </p:pic>
      <p:pic>
        <p:nvPicPr>
          <p:cNvPr id="14" name="Afbeelding 13">
            <a:extLst>
              <a:ext uri="{FF2B5EF4-FFF2-40B4-BE49-F238E27FC236}">
                <a16:creationId xmlns:a16="http://schemas.microsoft.com/office/drawing/2014/main" id="{250736B6-FB54-AAE3-9D5B-9A6C6A344F6D}"/>
              </a:ext>
            </a:extLst>
          </p:cNvPr>
          <p:cNvPicPr>
            <a:picLocks noChangeAspect="1"/>
          </p:cNvPicPr>
          <p:nvPr userDrawn="1"/>
        </p:nvPicPr>
        <p:blipFill>
          <a:blip r:embed="rId3"/>
          <a:stretch>
            <a:fillRect/>
          </a:stretch>
        </p:blipFill>
        <p:spPr>
          <a:xfrm>
            <a:off x="6050010" y="3453997"/>
            <a:ext cx="91979" cy="122154"/>
          </a:xfrm>
          <a:prstGeom prst="rect">
            <a:avLst/>
          </a:prstGeom>
        </p:spPr>
      </p:pic>
      <p:pic>
        <p:nvPicPr>
          <p:cNvPr id="15" name="Afbeelding 14">
            <a:extLst>
              <a:ext uri="{FF2B5EF4-FFF2-40B4-BE49-F238E27FC236}">
                <a16:creationId xmlns:a16="http://schemas.microsoft.com/office/drawing/2014/main" id="{D1E2F457-4320-DD51-76FC-14E5C892D4CF}"/>
              </a:ext>
            </a:extLst>
          </p:cNvPr>
          <p:cNvPicPr>
            <a:picLocks noChangeAspect="1"/>
          </p:cNvPicPr>
          <p:nvPr userDrawn="1"/>
        </p:nvPicPr>
        <p:blipFill>
          <a:blip r:embed="rId3"/>
          <a:stretch>
            <a:fillRect/>
          </a:stretch>
        </p:blipFill>
        <p:spPr>
          <a:xfrm>
            <a:off x="6050010" y="3807830"/>
            <a:ext cx="91979" cy="122154"/>
          </a:xfrm>
          <a:prstGeom prst="rect">
            <a:avLst/>
          </a:prstGeom>
        </p:spPr>
      </p:pic>
      <p:pic>
        <p:nvPicPr>
          <p:cNvPr id="16" name="Afbeelding 15">
            <a:extLst>
              <a:ext uri="{FF2B5EF4-FFF2-40B4-BE49-F238E27FC236}">
                <a16:creationId xmlns:a16="http://schemas.microsoft.com/office/drawing/2014/main" id="{1EBA8B42-BE51-1EED-4EFE-3A48118E14EB}"/>
              </a:ext>
            </a:extLst>
          </p:cNvPr>
          <p:cNvPicPr>
            <a:picLocks noChangeAspect="1"/>
          </p:cNvPicPr>
          <p:nvPr userDrawn="1"/>
        </p:nvPicPr>
        <p:blipFill>
          <a:blip r:embed="rId3"/>
          <a:stretch>
            <a:fillRect/>
          </a:stretch>
        </p:blipFill>
        <p:spPr>
          <a:xfrm>
            <a:off x="6050010" y="4153711"/>
            <a:ext cx="91979" cy="122154"/>
          </a:xfrm>
          <a:prstGeom prst="rect">
            <a:avLst/>
          </a:prstGeom>
        </p:spPr>
      </p:pic>
      <p:pic>
        <p:nvPicPr>
          <p:cNvPr id="17" name="Afbeelding 16">
            <a:extLst>
              <a:ext uri="{FF2B5EF4-FFF2-40B4-BE49-F238E27FC236}">
                <a16:creationId xmlns:a16="http://schemas.microsoft.com/office/drawing/2014/main" id="{AFDC286E-1D38-CDE0-6CD1-9D0045419198}"/>
              </a:ext>
            </a:extLst>
          </p:cNvPr>
          <p:cNvPicPr>
            <a:picLocks noChangeAspect="1"/>
          </p:cNvPicPr>
          <p:nvPr userDrawn="1"/>
        </p:nvPicPr>
        <p:blipFill>
          <a:blip r:embed="rId3"/>
          <a:stretch>
            <a:fillRect/>
          </a:stretch>
        </p:blipFill>
        <p:spPr>
          <a:xfrm>
            <a:off x="6050010" y="4515496"/>
            <a:ext cx="91979" cy="122154"/>
          </a:xfrm>
          <a:prstGeom prst="rect">
            <a:avLst/>
          </a:prstGeom>
        </p:spPr>
      </p:pic>
      <p:pic>
        <p:nvPicPr>
          <p:cNvPr id="18" name="Afbeelding 17">
            <a:extLst>
              <a:ext uri="{FF2B5EF4-FFF2-40B4-BE49-F238E27FC236}">
                <a16:creationId xmlns:a16="http://schemas.microsoft.com/office/drawing/2014/main" id="{68100C67-169C-6088-DAFD-5738B0A730AC}"/>
              </a:ext>
            </a:extLst>
          </p:cNvPr>
          <p:cNvPicPr>
            <a:picLocks noChangeAspect="1"/>
          </p:cNvPicPr>
          <p:nvPr userDrawn="1"/>
        </p:nvPicPr>
        <p:blipFill>
          <a:blip r:embed="rId3"/>
          <a:stretch>
            <a:fillRect/>
          </a:stretch>
        </p:blipFill>
        <p:spPr>
          <a:xfrm>
            <a:off x="6050010" y="4857402"/>
            <a:ext cx="91979" cy="122154"/>
          </a:xfrm>
          <a:prstGeom prst="rect">
            <a:avLst/>
          </a:prstGeom>
        </p:spPr>
      </p:pic>
      <p:pic>
        <p:nvPicPr>
          <p:cNvPr id="19" name="Afbeelding 18">
            <a:extLst>
              <a:ext uri="{FF2B5EF4-FFF2-40B4-BE49-F238E27FC236}">
                <a16:creationId xmlns:a16="http://schemas.microsoft.com/office/drawing/2014/main" id="{69E9DA8B-7768-5686-60FF-CB6E3CC7E2ED}"/>
              </a:ext>
            </a:extLst>
          </p:cNvPr>
          <p:cNvPicPr>
            <a:picLocks noChangeAspect="1"/>
          </p:cNvPicPr>
          <p:nvPr userDrawn="1"/>
        </p:nvPicPr>
        <p:blipFill>
          <a:blip r:embed="rId3"/>
          <a:stretch>
            <a:fillRect/>
          </a:stretch>
        </p:blipFill>
        <p:spPr>
          <a:xfrm>
            <a:off x="6050010" y="5223162"/>
            <a:ext cx="91979" cy="122154"/>
          </a:xfrm>
          <a:prstGeom prst="rect">
            <a:avLst/>
          </a:prstGeom>
        </p:spPr>
      </p:pic>
      <p:sp>
        <p:nvSpPr>
          <p:cNvPr id="21" name="Tijdelijke aanduiding voor tekst 20">
            <a:extLst>
              <a:ext uri="{FF2B5EF4-FFF2-40B4-BE49-F238E27FC236}">
                <a16:creationId xmlns:a16="http://schemas.microsoft.com/office/drawing/2014/main" id="{DD9AF9FF-82F0-F7F7-FC54-F5EF32807D11}"/>
              </a:ext>
            </a:extLst>
          </p:cNvPr>
          <p:cNvSpPr>
            <a:spLocks noGrp="1"/>
          </p:cNvSpPr>
          <p:nvPr>
            <p:ph type="body" sz="quarter" idx="15" hasCustomPrompt="1"/>
          </p:nvPr>
        </p:nvSpPr>
        <p:spPr>
          <a:xfrm>
            <a:off x="6050010" y="711262"/>
            <a:ext cx="5289782" cy="1238202"/>
          </a:xfrm>
          <a:prstGeom prst="rect">
            <a:avLst/>
          </a:prstGeom>
        </p:spPr>
        <p:txBody>
          <a:bodyPr/>
          <a:lstStyle>
            <a:lvl1pPr marL="0" indent="0">
              <a:buNone/>
              <a:defRPr sz="9600" b="1" i="0">
                <a:solidFill>
                  <a:srgbClr val="191E25"/>
                </a:solidFill>
                <a:latin typeface="Söhne Schmal Halbfett" panose="02060506060206060203" pitchFamily="18" charset="77"/>
              </a:defRPr>
            </a:lvl1pPr>
          </a:lstStyle>
          <a:p>
            <a:pPr lvl="0"/>
            <a:r>
              <a:rPr lang="nl-NL" dirty="0"/>
              <a:t>ONDERWERP</a:t>
            </a:r>
            <a:endParaRPr lang="nl-BE" dirty="0"/>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4" name="Tijdelijke aanduiding voor tekst 20">
            <a:extLst>
              <a:ext uri="{FF2B5EF4-FFF2-40B4-BE49-F238E27FC236}">
                <a16:creationId xmlns:a16="http://schemas.microsoft.com/office/drawing/2014/main" id="{E62BC80B-30C7-87F5-9B85-E680EE7B7D1C}"/>
              </a:ext>
            </a:extLst>
          </p:cNvPr>
          <p:cNvSpPr>
            <a:spLocks noGrp="1"/>
          </p:cNvSpPr>
          <p:nvPr>
            <p:ph type="body" sz="quarter" idx="16" hasCustomPrompt="1"/>
          </p:nvPr>
        </p:nvSpPr>
        <p:spPr>
          <a:xfrm>
            <a:off x="6050010" y="1897719"/>
            <a:ext cx="5289782" cy="327043"/>
          </a:xfrm>
          <a:prstGeom prst="rect">
            <a:avLst/>
          </a:prstGeom>
        </p:spPr>
        <p:txBody>
          <a:bodyPr/>
          <a:lstStyle>
            <a:lvl1pPr marL="0" indent="0">
              <a:buNone/>
              <a:defRPr sz="1400" b="0" i="0">
                <a:solidFill>
                  <a:srgbClr val="0672FF"/>
                </a:solidFill>
                <a:latin typeface="Söhne Breit" panose="020B0505030202060203" pitchFamily="34" charset="77"/>
              </a:defRPr>
            </a:lvl1pPr>
          </a:lstStyle>
          <a:p>
            <a:pPr lvl="0"/>
            <a:r>
              <a:rPr lang="nl-NL" dirty="0"/>
              <a:t>No </a:t>
            </a:r>
            <a:r>
              <a:rPr lang="nl-NL" dirty="0" err="1"/>
              <a:t>Sweat</a:t>
            </a:r>
            <a:r>
              <a:rPr lang="nl-NL" dirty="0"/>
              <a:t> No </a:t>
            </a:r>
            <a:r>
              <a:rPr lang="nl-NL" dirty="0" err="1"/>
              <a:t>Glory</a:t>
            </a:r>
            <a:endParaRPr lang="nl-BE" dirty="0"/>
          </a:p>
        </p:txBody>
      </p:sp>
      <p:sp>
        <p:nvSpPr>
          <p:cNvPr id="20" name="Tijdelijke aanduiding voor tekst 8">
            <a:extLst>
              <a:ext uri="{FF2B5EF4-FFF2-40B4-BE49-F238E27FC236}">
                <a16:creationId xmlns:a16="http://schemas.microsoft.com/office/drawing/2014/main" id="{D7C82AFB-3DB9-C3B7-C2BF-1FCDE2E396DE}"/>
              </a:ext>
            </a:extLst>
          </p:cNvPr>
          <p:cNvSpPr>
            <a:spLocks noGrp="1"/>
          </p:cNvSpPr>
          <p:nvPr>
            <p:ph type="body" sz="quarter" idx="17" hasCustomPrompt="1"/>
          </p:nvPr>
        </p:nvSpPr>
        <p:spPr>
          <a:xfrm>
            <a:off x="6274189" y="2710551"/>
            <a:ext cx="587054" cy="2775849"/>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600" b="0" i="0">
                <a:ln>
                  <a:noFill/>
                </a:ln>
                <a:solidFill>
                  <a:srgbClr val="191E25"/>
                </a:solidFill>
                <a:latin typeface="Söhne Breit Leicht" panose="020B03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01</a:t>
            </a:r>
          </a:p>
          <a:p>
            <a:pPr lvl="0"/>
            <a:r>
              <a:rPr lang="nl-NL" dirty="0"/>
              <a:t>02</a:t>
            </a:r>
          </a:p>
          <a:p>
            <a:pPr lvl="0"/>
            <a:r>
              <a:rPr lang="nl-NL" dirty="0"/>
              <a:t>03</a:t>
            </a:r>
          </a:p>
          <a:p>
            <a:pPr lvl="0"/>
            <a:r>
              <a:rPr lang="nl-NL" dirty="0"/>
              <a:t>04</a:t>
            </a:r>
          </a:p>
          <a:p>
            <a:pPr lvl="0"/>
            <a:r>
              <a:rPr lang="nl-NL" dirty="0"/>
              <a:t>05</a:t>
            </a:r>
          </a:p>
          <a:p>
            <a:pPr lvl="0"/>
            <a:r>
              <a:rPr lang="nl-NL" dirty="0"/>
              <a:t>06</a:t>
            </a:r>
          </a:p>
          <a:p>
            <a:pPr lvl="0"/>
            <a:r>
              <a:rPr lang="nl-NL" dirty="0"/>
              <a:t>07</a:t>
            </a:r>
          </a:p>
          <a:p>
            <a:pPr lvl="0"/>
            <a:r>
              <a:rPr lang="nl-NL" dirty="0"/>
              <a:t>08</a:t>
            </a:r>
            <a:endParaRPr lang="nl-BE" dirty="0"/>
          </a:p>
        </p:txBody>
      </p:sp>
    </p:spTree>
    <p:extLst>
      <p:ext uri="{BB962C8B-B14F-4D97-AF65-F5344CB8AC3E}">
        <p14:creationId xmlns:p14="http://schemas.microsoft.com/office/powerpoint/2010/main" val="37140322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ijfer-Groot">
    <p:spTree>
      <p:nvGrpSpPr>
        <p:cNvPr id="1" name=""/>
        <p:cNvGrpSpPr/>
        <p:nvPr/>
      </p:nvGrpSpPr>
      <p:grpSpPr>
        <a:xfrm>
          <a:off x="0" y="0"/>
          <a:ext cx="0" cy="0"/>
          <a:chOff x="0" y="0"/>
          <a:chExt cx="0" cy="0"/>
        </a:xfrm>
      </p:grpSpPr>
      <p:pic>
        <p:nvPicPr>
          <p:cNvPr id="12" name="Afbeelding 11">
            <a:extLst>
              <a:ext uri="{FF2B5EF4-FFF2-40B4-BE49-F238E27FC236}">
                <a16:creationId xmlns:a16="http://schemas.microsoft.com/office/drawing/2014/main" id="{A65FA376-834E-F3A0-641C-28DCFE978F26}"/>
              </a:ext>
            </a:extLst>
          </p:cNvPr>
          <p:cNvPicPr>
            <a:picLocks noChangeAspect="1"/>
          </p:cNvPicPr>
          <p:nvPr userDrawn="1"/>
        </p:nvPicPr>
        <p:blipFill rotWithShape="1">
          <a:blip r:embed="rId2">
            <a:alphaModFix amt="5000"/>
          </a:blip>
          <a:srcRect l="1143" t="5418" r="1143" b="5418"/>
          <a:stretch/>
        </p:blipFill>
        <p:spPr>
          <a:xfrm>
            <a:off x="0" y="0"/>
            <a:ext cx="12192000" cy="6858000"/>
          </a:xfrm>
          <a:prstGeom prst="rect">
            <a:avLst/>
          </a:prstGeom>
        </p:spPr>
      </p:pic>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2463800" y="790575"/>
            <a:ext cx="7264400" cy="4114800"/>
          </a:xfrm>
          <a:prstGeom prst="rect">
            <a:avLst/>
          </a:prstGeom>
        </p:spPr>
        <p:txBody>
          <a:bodyPr/>
          <a:lstStyle>
            <a:lvl1pPr marL="0" indent="0" algn="ctr">
              <a:buNone/>
              <a:defRPr sz="40000" b="1" i="0">
                <a:solidFill>
                  <a:srgbClr val="0672FF"/>
                </a:solidFill>
                <a:latin typeface="Söhne Schmal Fett" panose="02060506060206060203" pitchFamily="18" charset="77"/>
              </a:defRPr>
            </a:lvl1pPr>
          </a:lstStyle>
          <a:p>
            <a:pPr lvl="0"/>
            <a:r>
              <a:rPr lang="nl-BE" dirty="0"/>
              <a:t>3X</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5194300"/>
            <a:ext cx="7264400" cy="584199"/>
          </a:xfrm>
          <a:prstGeom prst="rect">
            <a:avLst/>
          </a:prstGeom>
        </p:spPr>
        <p:txBody>
          <a:bodyPr/>
          <a:lstStyle>
            <a:lvl1pPr marL="0" indent="0" algn="ctr">
              <a:buNone/>
              <a:defRPr sz="2000" b="0" i="0">
                <a:solidFill>
                  <a:srgbClr val="191E25"/>
                </a:solidFill>
                <a:latin typeface="Söhne Breit" panose="020B0505030202060203" pitchFamily="34" charset="77"/>
              </a:defRPr>
            </a:lvl1pPr>
          </a:lstStyle>
          <a:p>
            <a:pPr lvl="0"/>
            <a:r>
              <a:rPr lang="nl-BE" dirty="0"/>
              <a:t>Kampioen van België in de laatste 4 jaar.</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969751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 Optie 01">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1162050" y="1695448"/>
            <a:ext cx="9867900" cy="2914651"/>
          </a:xfrm>
          <a:prstGeom prst="rect">
            <a:avLst/>
          </a:prstGeom>
        </p:spPr>
        <p:txBody>
          <a:bodyPr/>
          <a:lstStyle>
            <a:lvl1pPr marL="0" indent="0" algn="ctr">
              <a:buNone/>
              <a:defRPr sz="3200" b="0" i="0">
                <a:solidFill>
                  <a:srgbClr val="191E25"/>
                </a:solidFill>
                <a:latin typeface="Söhne Breit Kräftig" panose="020B0505030202060203" pitchFamily="34" charset="77"/>
              </a:defRPr>
            </a:lvl1pPr>
          </a:lstStyle>
          <a:p>
            <a:pPr lvl="0"/>
            <a:r>
              <a:rPr lang="nl-BE" dirty="0"/>
              <a:t>Eindelijk mijn eerste keer </a:t>
            </a:r>
          </a:p>
          <a:p>
            <a:pPr lvl="0"/>
            <a:r>
              <a:rPr lang="nl-BE" dirty="0"/>
              <a:t>Champions League, daar heb ik </a:t>
            </a:r>
          </a:p>
          <a:p>
            <a:pPr lvl="0"/>
            <a:r>
              <a:rPr lang="nl-BE" dirty="0"/>
              <a:t>als klein jongetje altijd van gedroomd. </a:t>
            </a:r>
          </a:p>
          <a:p>
            <a:pPr lvl="0"/>
            <a:r>
              <a:rPr lang="nl-BE" dirty="0"/>
              <a:t>Tijd om er samen een kolkend </a:t>
            </a:r>
          </a:p>
          <a:p>
            <a:pPr lvl="0"/>
            <a:r>
              <a:rPr lang="nl-BE" dirty="0"/>
              <a:t>Fort Jan Breydel van te maken</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4933948"/>
            <a:ext cx="7264400" cy="584199"/>
          </a:xfrm>
          <a:prstGeom prst="rect">
            <a:avLst/>
          </a:prstGeom>
        </p:spPr>
        <p:txBody>
          <a:bodyPr/>
          <a:lstStyle>
            <a:lvl1pPr marL="0" indent="0" algn="ctr">
              <a:buNone/>
              <a:defRPr sz="1600" b="0" i="0">
                <a:solidFill>
                  <a:srgbClr val="191E25"/>
                </a:solidFill>
                <a:latin typeface="Söhne Breit Leicht" panose="020B0305030202060203" pitchFamily="34" charset="77"/>
              </a:defRPr>
            </a:lvl1pPr>
          </a:lstStyle>
          <a:p>
            <a:pPr lvl="0"/>
            <a:r>
              <a:rPr lang="nl-BE" dirty="0"/>
              <a:t>Andreas Skov Olsen</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2" name="Tijdelijke aanduiding voor tekst 7">
            <a:extLst>
              <a:ext uri="{FF2B5EF4-FFF2-40B4-BE49-F238E27FC236}">
                <a16:creationId xmlns:a16="http://schemas.microsoft.com/office/drawing/2014/main" id="{5C0F220E-5757-57EC-C21D-C8FC491C77A6}"/>
              </a:ext>
            </a:extLst>
          </p:cNvPr>
          <p:cNvSpPr>
            <a:spLocks noGrp="1"/>
          </p:cNvSpPr>
          <p:nvPr>
            <p:ph type="body" sz="quarter" idx="15" hasCustomPrompt="1"/>
          </p:nvPr>
        </p:nvSpPr>
        <p:spPr>
          <a:xfrm>
            <a:off x="2349500" y="1371599"/>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4" name="Tijdelijke aanduiding voor tekst 7">
            <a:extLst>
              <a:ext uri="{FF2B5EF4-FFF2-40B4-BE49-F238E27FC236}">
                <a16:creationId xmlns:a16="http://schemas.microsoft.com/office/drawing/2014/main" id="{59D28FA6-15F6-346A-DAC9-E7A249DEB39C}"/>
              </a:ext>
            </a:extLst>
          </p:cNvPr>
          <p:cNvSpPr>
            <a:spLocks noGrp="1"/>
          </p:cNvSpPr>
          <p:nvPr>
            <p:ph type="body" sz="quarter" idx="16" hasCustomPrompt="1"/>
          </p:nvPr>
        </p:nvSpPr>
        <p:spPr>
          <a:xfrm>
            <a:off x="9613900" y="3851273"/>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Tree>
    <p:extLst>
      <p:ext uri="{BB962C8B-B14F-4D97-AF65-F5344CB8AC3E}">
        <p14:creationId xmlns:p14="http://schemas.microsoft.com/office/powerpoint/2010/main" val="27649707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 Optie 02">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2585ABDC-CC14-D480-3EA6-D6ABF1DE2933}"/>
              </a:ext>
            </a:extLst>
          </p:cNvPr>
          <p:cNvSpPr>
            <a:spLocks noGrp="1"/>
          </p:cNvSpPr>
          <p:nvPr>
            <p:ph type="pic" sz="quarter" idx="13"/>
          </p:nvPr>
        </p:nvSpPr>
        <p:spPr>
          <a:xfrm>
            <a:off x="0" y="0"/>
            <a:ext cx="5429250" cy="6858000"/>
          </a:xfrm>
          <a:prstGeom prst="rect">
            <a:avLst/>
          </a:prstGeom>
          <a:solidFill>
            <a:schemeClr val="tx1"/>
          </a:solidFill>
        </p:spPr>
        <p:txBody>
          <a:bodyPr/>
          <a:lstStyle>
            <a:lvl1pPr>
              <a:defRPr>
                <a:ln>
                  <a:solidFill>
                    <a:sysClr val="windowText" lastClr="000000"/>
                  </a:solidFill>
                </a:ln>
                <a:solidFill>
                  <a:sysClr val="windowText" lastClr="000000"/>
                </a:solidFill>
              </a:defRPr>
            </a:lvl1pPr>
          </a:lstStyle>
          <a:p>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9" name="Tijdelijke aanduiding voor tekst 8">
            <a:extLst>
              <a:ext uri="{FF2B5EF4-FFF2-40B4-BE49-F238E27FC236}">
                <a16:creationId xmlns:a16="http://schemas.microsoft.com/office/drawing/2014/main" id="{D5BAB11B-EACE-84D3-EC0E-C9204FECEA8C}"/>
              </a:ext>
            </a:extLst>
          </p:cNvPr>
          <p:cNvSpPr>
            <a:spLocks noGrp="1"/>
          </p:cNvSpPr>
          <p:nvPr>
            <p:ph type="body" sz="quarter" idx="14" hasCustomPrompt="1"/>
          </p:nvPr>
        </p:nvSpPr>
        <p:spPr>
          <a:xfrm>
            <a:off x="5928390" y="1811020"/>
            <a:ext cx="5766785" cy="316039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2400" b="1" i="0">
                <a:ln>
                  <a:noFill/>
                </a:ln>
                <a:solidFill>
                  <a:srgbClr val="191E25"/>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BE" dirty="0"/>
              <a:t>Eindelijk mijn eerste keer </a:t>
            </a:r>
          </a:p>
          <a:p>
            <a:pPr lvl="0"/>
            <a:r>
              <a:rPr lang="nl-BE" dirty="0"/>
              <a:t>Champions League, daar heb ik </a:t>
            </a:r>
          </a:p>
          <a:p>
            <a:pPr lvl="0"/>
            <a:r>
              <a:rPr lang="nl-BE" dirty="0"/>
              <a:t>als klein jongetje altijd van</a:t>
            </a:r>
          </a:p>
          <a:p>
            <a:pPr lvl="0"/>
            <a:r>
              <a:rPr lang="nl-BE" dirty="0"/>
              <a:t>gedroomd. Tijd om er samen </a:t>
            </a:r>
          </a:p>
          <a:p>
            <a:pPr lvl="0"/>
            <a:r>
              <a:rPr lang="nl-BE" dirty="0"/>
              <a:t>een kolkend Fort Jan Breydel </a:t>
            </a:r>
          </a:p>
          <a:p>
            <a:pPr lvl="0"/>
            <a:r>
              <a:rPr lang="nl-BE" dirty="0"/>
              <a:t>van te maken</a:t>
            </a:r>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8" name="Tijdelijke aanduiding voor tekst 7">
            <a:extLst>
              <a:ext uri="{FF2B5EF4-FFF2-40B4-BE49-F238E27FC236}">
                <a16:creationId xmlns:a16="http://schemas.microsoft.com/office/drawing/2014/main" id="{09977B30-6C04-737C-DC76-FD605C502107}"/>
              </a:ext>
            </a:extLst>
          </p:cNvPr>
          <p:cNvSpPr>
            <a:spLocks noGrp="1"/>
          </p:cNvSpPr>
          <p:nvPr>
            <p:ph type="body" sz="quarter" idx="15" hasCustomPrompt="1"/>
          </p:nvPr>
        </p:nvSpPr>
        <p:spPr>
          <a:xfrm>
            <a:off x="5765802" y="1336820"/>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10" name="Tijdelijke aanduiding voor tekst 7">
            <a:extLst>
              <a:ext uri="{FF2B5EF4-FFF2-40B4-BE49-F238E27FC236}">
                <a16:creationId xmlns:a16="http://schemas.microsoft.com/office/drawing/2014/main" id="{010719FB-A588-0B65-54CE-988A94A67DDF}"/>
              </a:ext>
            </a:extLst>
          </p:cNvPr>
          <p:cNvSpPr>
            <a:spLocks noGrp="1"/>
          </p:cNvSpPr>
          <p:nvPr>
            <p:ph type="body" sz="quarter" idx="16" hasCustomPrompt="1"/>
          </p:nvPr>
        </p:nvSpPr>
        <p:spPr>
          <a:xfrm>
            <a:off x="10109302" y="3969129"/>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11" name="Tijdelijke aanduiding voor tekst 7">
            <a:extLst>
              <a:ext uri="{FF2B5EF4-FFF2-40B4-BE49-F238E27FC236}">
                <a16:creationId xmlns:a16="http://schemas.microsoft.com/office/drawing/2014/main" id="{74A86C17-B5F0-99CC-8B76-2466384A36E5}"/>
              </a:ext>
            </a:extLst>
          </p:cNvPr>
          <p:cNvSpPr>
            <a:spLocks noGrp="1"/>
          </p:cNvSpPr>
          <p:nvPr>
            <p:ph type="body" sz="quarter" idx="17" hasCustomPrompt="1"/>
          </p:nvPr>
        </p:nvSpPr>
        <p:spPr>
          <a:xfrm>
            <a:off x="5179582" y="4679316"/>
            <a:ext cx="7264400" cy="584199"/>
          </a:xfrm>
          <a:prstGeom prst="rect">
            <a:avLst/>
          </a:prstGeom>
        </p:spPr>
        <p:txBody>
          <a:bodyPr/>
          <a:lstStyle>
            <a:lvl1pPr marL="0" indent="0" algn="ctr">
              <a:buNone/>
              <a:defRPr sz="1600" b="0" i="0">
                <a:solidFill>
                  <a:srgbClr val="191E25"/>
                </a:solidFill>
                <a:latin typeface="Söhne Breit Leicht" panose="020B0305030202060203" pitchFamily="34" charset="77"/>
              </a:defRPr>
            </a:lvl1pPr>
          </a:lstStyle>
          <a:p>
            <a:pPr lvl="0"/>
            <a:r>
              <a:rPr lang="nl-BE" dirty="0"/>
              <a:t>Andreas Skov Olsen</a:t>
            </a:r>
          </a:p>
        </p:txBody>
      </p:sp>
    </p:spTree>
    <p:extLst>
      <p:ext uri="{BB962C8B-B14F-4D97-AF65-F5344CB8AC3E}">
        <p14:creationId xmlns:p14="http://schemas.microsoft.com/office/powerpoint/2010/main" val="371970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 + ruimte">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588DB2A6-4B6D-000D-84F6-1B70A353294A}"/>
              </a:ext>
            </a:extLst>
          </p:cNvPr>
          <p:cNvSpPr/>
          <p:nvPr userDrawn="1"/>
        </p:nvSpPr>
        <p:spPr>
          <a:xfrm>
            <a:off x="0" y="0"/>
            <a:ext cx="5376672" cy="6858000"/>
          </a:xfrm>
          <a:prstGeom prst="rect">
            <a:avLst/>
          </a:prstGeom>
          <a:solidFill>
            <a:srgbClr val="06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13" name="Titel 7">
            <a:extLst>
              <a:ext uri="{FF2B5EF4-FFF2-40B4-BE49-F238E27FC236}">
                <a16:creationId xmlns:a16="http://schemas.microsoft.com/office/drawing/2014/main" id="{7039B23D-7483-EE87-6B67-A35092FA3E79}"/>
              </a:ext>
            </a:extLst>
          </p:cNvPr>
          <p:cNvSpPr>
            <a:spLocks noGrp="1"/>
          </p:cNvSpPr>
          <p:nvPr>
            <p:ph type="title" hasCustomPrompt="1"/>
          </p:nvPr>
        </p:nvSpPr>
        <p:spPr>
          <a:xfrm>
            <a:off x="755904" y="1395713"/>
            <a:ext cx="4319016" cy="4960637"/>
          </a:xfrm>
          <a:prstGeom prst="rect">
            <a:avLst/>
          </a:prstGeom>
        </p:spPr>
        <p:txBody>
          <a:bodyPr/>
          <a:lstStyle>
            <a:lvl1pPr>
              <a:lnSpc>
                <a:spcPct val="70000"/>
              </a:lnSpc>
              <a:defRPr sz="10000" b="1" i="0">
                <a:solidFill>
                  <a:srgbClr val="191E25"/>
                </a:solidFill>
                <a:latin typeface="Söhne Schmal" panose="02060506060206060203" pitchFamily="18" charset="77"/>
              </a:defRPr>
            </a:lvl1pPr>
          </a:lstStyle>
          <a:p>
            <a:r>
              <a:rPr lang="nl-BE" dirty="0"/>
              <a:t>NO SWEAT</a:t>
            </a:r>
            <a:br>
              <a:rPr lang="nl-BE" dirty="0"/>
            </a:br>
            <a:r>
              <a:rPr lang="nl-BE" dirty="0"/>
              <a:t>NO GLORY</a:t>
            </a:r>
            <a:br>
              <a:rPr lang="nl-BE" dirty="0"/>
            </a:br>
            <a:r>
              <a:rPr lang="nl-BE" dirty="0"/>
              <a:t>BLUVN</a:t>
            </a:r>
            <a:br>
              <a:rPr lang="nl-BE" dirty="0"/>
            </a:br>
            <a:r>
              <a:rPr lang="nl-BE" dirty="0"/>
              <a:t>GOAN</a:t>
            </a:r>
          </a:p>
        </p:txBody>
      </p:sp>
      <p:sp>
        <p:nvSpPr>
          <p:cNvPr id="15" name="Tijdelijke aanduiding voor tekst 20">
            <a:extLst>
              <a:ext uri="{FF2B5EF4-FFF2-40B4-BE49-F238E27FC236}">
                <a16:creationId xmlns:a16="http://schemas.microsoft.com/office/drawing/2014/main" id="{DB26778A-2285-8D82-D36E-99805C4332D6}"/>
              </a:ext>
            </a:extLst>
          </p:cNvPr>
          <p:cNvSpPr>
            <a:spLocks noGrp="1"/>
          </p:cNvSpPr>
          <p:nvPr>
            <p:ph type="body" sz="quarter" idx="16" hasCustomPrompt="1"/>
          </p:nvPr>
        </p:nvSpPr>
        <p:spPr>
          <a:xfrm>
            <a:off x="806218" y="867066"/>
            <a:ext cx="4319016" cy="327043"/>
          </a:xfrm>
          <a:prstGeom prst="rect">
            <a:avLst/>
          </a:prstGeom>
        </p:spPr>
        <p:txBody>
          <a:bodyPr/>
          <a:lstStyle>
            <a:lvl1pPr marL="0" indent="0">
              <a:buNone/>
              <a:defRPr sz="1400" b="0" i="0">
                <a:solidFill>
                  <a:srgbClr val="F4F6F9"/>
                </a:solidFill>
                <a:latin typeface="Söhne Breit" panose="020B0505030202060203" pitchFamily="34" charset="77"/>
              </a:defRPr>
            </a:lvl1pPr>
          </a:lstStyle>
          <a:p>
            <a:pPr lvl="0"/>
            <a:r>
              <a:rPr lang="nl-NL" dirty="0"/>
              <a:t>Dis een subtitel - Grafiek</a:t>
            </a:r>
            <a:endParaRPr lang="nl-BE" dirty="0"/>
          </a:p>
        </p:txBody>
      </p:sp>
    </p:spTree>
    <p:extLst>
      <p:ext uri="{BB962C8B-B14F-4D97-AF65-F5344CB8AC3E}">
        <p14:creationId xmlns:p14="http://schemas.microsoft.com/office/powerpoint/2010/main" val="578875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pen Dia">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948562" y="582082"/>
            <a:ext cx="5284597" cy="600012"/>
          </a:xfrm>
          <a:prstGeom prst="rect">
            <a:avLst/>
          </a:prstGeom>
        </p:spPr>
        <p:txBody>
          <a:bodyPr/>
          <a:lstStyle>
            <a:lvl1pPr marL="0" indent="0" algn="l">
              <a:buNone/>
              <a:defRPr sz="4800" b="0" i="0">
                <a:solidFill>
                  <a:srgbClr val="191E25"/>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948561" y="1282233"/>
            <a:ext cx="5284598" cy="365126"/>
          </a:xfrm>
          <a:prstGeom prst="rect">
            <a:avLst/>
          </a:prstGeom>
        </p:spPr>
        <p:txBody>
          <a:bodyPr/>
          <a:lstStyle>
            <a:lvl1pPr marL="0" indent="0" algn="l">
              <a:buNone/>
              <a:defRPr sz="1600" b="0" i="0">
                <a:solidFill>
                  <a:srgbClr val="0672FF"/>
                </a:solidFill>
                <a:latin typeface="Söhne Breit Leicht" panose="020B0305030202060203" pitchFamily="34" charset="77"/>
              </a:defRPr>
            </a:lvl1pPr>
          </a:lstStyle>
          <a:p>
            <a:pPr lvl="0"/>
            <a:r>
              <a:rPr lang="nl-BE" dirty="0"/>
              <a:t>Subtitel</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3017653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kst + foto's">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811402" y="1418759"/>
            <a:ext cx="5284597" cy="600012"/>
          </a:xfrm>
          <a:prstGeom prst="rect">
            <a:avLst/>
          </a:prstGeom>
        </p:spPr>
        <p:txBody>
          <a:bodyPr/>
          <a:lstStyle>
            <a:lvl1pPr marL="0" indent="0" algn="ctr">
              <a:buNone/>
              <a:defRPr sz="4800" b="0" i="0">
                <a:solidFill>
                  <a:srgbClr val="191E25"/>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811403" y="1053633"/>
            <a:ext cx="5284598" cy="365126"/>
          </a:xfrm>
          <a:prstGeom prst="rect">
            <a:avLst/>
          </a:prstGeom>
        </p:spPr>
        <p:txBody>
          <a:bodyPr/>
          <a:lstStyle>
            <a:lvl1pPr marL="0" indent="0" algn="ctr">
              <a:buNone/>
              <a:defRPr sz="1600" b="0" i="0">
                <a:solidFill>
                  <a:srgbClr val="0672FF"/>
                </a:solidFill>
                <a:latin typeface="Söhne Breit Leicht" panose="020B0305030202060203" pitchFamily="34" charset="77"/>
              </a:defRPr>
            </a:lvl1pPr>
          </a:lstStyle>
          <a:p>
            <a:pPr lvl="0"/>
            <a:r>
              <a:rPr lang="nl-BE" dirty="0"/>
              <a:t>Subtitel</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7" name="Tijdelijke aanduiding voor tekst 7">
            <a:extLst>
              <a:ext uri="{FF2B5EF4-FFF2-40B4-BE49-F238E27FC236}">
                <a16:creationId xmlns:a16="http://schemas.microsoft.com/office/drawing/2014/main" id="{5BAAA3E6-E10F-F91B-0D1C-24AFB416FB1D}"/>
              </a:ext>
            </a:extLst>
          </p:cNvPr>
          <p:cNvSpPr>
            <a:spLocks noGrp="1"/>
          </p:cNvSpPr>
          <p:nvPr>
            <p:ph type="body" sz="quarter" idx="15" hasCustomPrompt="1"/>
          </p:nvPr>
        </p:nvSpPr>
        <p:spPr>
          <a:xfrm>
            <a:off x="811403" y="2268990"/>
            <a:ext cx="5284597"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rgbClr val="191E25"/>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sp>
        <p:nvSpPr>
          <p:cNvPr id="12" name="Tijdelijke aanduiding voor afbeelding 11">
            <a:extLst>
              <a:ext uri="{FF2B5EF4-FFF2-40B4-BE49-F238E27FC236}">
                <a16:creationId xmlns:a16="http://schemas.microsoft.com/office/drawing/2014/main" id="{2A4DD884-616F-6606-3D48-5D631704EA2B}"/>
              </a:ext>
            </a:extLst>
          </p:cNvPr>
          <p:cNvSpPr>
            <a:spLocks noGrp="1"/>
          </p:cNvSpPr>
          <p:nvPr>
            <p:ph type="pic" sz="quarter" idx="16"/>
          </p:nvPr>
        </p:nvSpPr>
        <p:spPr>
          <a:xfrm>
            <a:off x="6619875" y="0"/>
            <a:ext cx="5572125" cy="3429000"/>
          </a:xfrm>
          <a:prstGeom prst="rect">
            <a:avLst/>
          </a:prstGeom>
        </p:spPr>
        <p:txBody>
          <a:bodyPr/>
          <a:lstStyle/>
          <a:p>
            <a:endParaRPr lang="nl-BE"/>
          </a:p>
        </p:txBody>
      </p:sp>
      <p:sp>
        <p:nvSpPr>
          <p:cNvPr id="13" name="Tijdelijke aanduiding voor afbeelding 11">
            <a:extLst>
              <a:ext uri="{FF2B5EF4-FFF2-40B4-BE49-F238E27FC236}">
                <a16:creationId xmlns:a16="http://schemas.microsoft.com/office/drawing/2014/main" id="{EFF319BF-194E-6022-3B68-2FD3A321334D}"/>
              </a:ext>
            </a:extLst>
          </p:cNvPr>
          <p:cNvSpPr>
            <a:spLocks noGrp="1"/>
          </p:cNvSpPr>
          <p:nvPr>
            <p:ph type="pic" sz="quarter" idx="17"/>
          </p:nvPr>
        </p:nvSpPr>
        <p:spPr>
          <a:xfrm>
            <a:off x="6619875" y="3429000"/>
            <a:ext cx="5572125" cy="3429000"/>
          </a:xfrm>
          <a:prstGeom prst="rect">
            <a:avLst/>
          </a:prstGeom>
        </p:spPr>
        <p:txBody>
          <a:bodyPr/>
          <a:lstStyle/>
          <a:p>
            <a:endParaRPr lang="nl-BE"/>
          </a:p>
        </p:txBody>
      </p:sp>
    </p:spTree>
    <p:extLst>
      <p:ext uri="{BB962C8B-B14F-4D97-AF65-F5344CB8AC3E}">
        <p14:creationId xmlns:p14="http://schemas.microsoft.com/office/powerpoint/2010/main" val="18928377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kst + foto + bulletpoin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75F83755-D3D4-48B9-C77B-ED0E5E3A8447}"/>
              </a:ext>
            </a:extLst>
          </p:cNvPr>
          <p:cNvSpPr/>
          <p:nvPr userDrawn="1"/>
        </p:nvSpPr>
        <p:spPr>
          <a:xfrm>
            <a:off x="6812280" y="0"/>
            <a:ext cx="5379720" cy="6858000"/>
          </a:xfrm>
          <a:prstGeom prst="rect">
            <a:avLst/>
          </a:prstGeom>
          <a:solidFill>
            <a:srgbClr val="06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srcRect/>
          <a:stretch/>
        </p:blipFill>
        <p:spPr>
          <a:xfrm>
            <a:off x="11151972" y="177715"/>
            <a:ext cx="784258" cy="863600"/>
          </a:xfrm>
          <a:prstGeom prst="rect">
            <a:avLst/>
          </a:prstGeom>
        </p:spPr>
      </p:pic>
      <p:sp>
        <p:nvSpPr>
          <p:cNvPr id="4" name="Tijdelijke aanduiding voor afbeelding 3">
            <a:extLst>
              <a:ext uri="{FF2B5EF4-FFF2-40B4-BE49-F238E27FC236}">
                <a16:creationId xmlns:a16="http://schemas.microsoft.com/office/drawing/2014/main" id="{23B4284F-2DB7-0972-022D-987DF9B43E82}"/>
              </a:ext>
            </a:extLst>
          </p:cNvPr>
          <p:cNvSpPr>
            <a:spLocks noGrp="1"/>
          </p:cNvSpPr>
          <p:nvPr>
            <p:ph type="pic" sz="quarter" idx="13"/>
          </p:nvPr>
        </p:nvSpPr>
        <p:spPr>
          <a:xfrm>
            <a:off x="5667153" y="850605"/>
            <a:ext cx="2342991" cy="5071730"/>
          </a:xfrm>
          <a:prstGeom prst="rect">
            <a:avLst/>
          </a:prstGeom>
        </p:spPr>
        <p:txBody>
          <a:bodyPr/>
          <a:lstStyle/>
          <a:p>
            <a:endParaRPr lang="nl-BE"/>
          </a:p>
        </p:txBody>
      </p:sp>
      <p:sp>
        <p:nvSpPr>
          <p:cNvPr id="11" name="Tijdelijke aanduiding voor tekst 7">
            <a:extLst>
              <a:ext uri="{FF2B5EF4-FFF2-40B4-BE49-F238E27FC236}">
                <a16:creationId xmlns:a16="http://schemas.microsoft.com/office/drawing/2014/main" id="{A5729902-0054-5F75-1245-7ADAA09F45A2}"/>
              </a:ext>
            </a:extLst>
          </p:cNvPr>
          <p:cNvSpPr>
            <a:spLocks noGrp="1"/>
          </p:cNvSpPr>
          <p:nvPr>
            <p:ph type="body" sz="quarter" idx="14" hasCustomPrompt="1"/>
          </p:nvPr>
        </p:nvSpPr>
        <p:spPr>
          <a:xfrm>
            <a:off x="811402" y="1359843"/>
            <a:ext cx="5284597" cy="600012"/>
          </a:xfrm>
          <a:prstGeom prst="rect">
            <a:avLst/>
          </a:prstGeom>
        </p:spPr>
        <p:txBody>
          <a:bodyPr/>
          <a:lstStyle>
            <a:lvl1pPr marL="0" indent="0" algn="l">
              <a:buNone/>
              <a:defRPr sz="4800" b="0" i="0">
                <a:solidFill>
                  <a:srgbClr val="191E25"/>
                </a:solidFill>
                <a:latin typeface="Söhne Breit Kräftig" panose="020B0505030202060203" pitchFamily="34" charset="77"/>
              </a:defRPr>
            </a:lvl1pPr>
          </a:lstStyle>
          <a:p>
            <a:pPr lvl="0"/>
            <a:r>
              <a:rPr lang="nl-BE" dirty="0"/>
              <a:t>Hoofdtitel</a:t>
            </a:r>
          </a:p>
        </p:txBody>
      </p:sp>
      <p:sp>
        <p:nvSpPr>
          <p:cNvPr id="14" name="Tijdelijke aanduiding voor tekst 7">
            <a:extLst>
              <a:ext uri="{FF2B5EF4-FFF2-40B4-BE49-F238E27FC236}">
                <a16:creationId xmlns:a16="http://schemas.microsoft.com/office/drawing/2014/main" id="{2A6CEA59-8824-B1F7-1373-39235E988838}"/>
              </a:ext>
            </a:extLst>
          </p:cNvPr>
          <p:cNvSpPr>
            <a:spLocks noGrp="1"/>
          </p:cNvSpPr>
          <p:nvPr>
            <p:ph type="body" sz="quarter" idx="15" hasCustomPrompt="1"/>
          </p:nvPr>
        </p:nvSpPr>
        <p:spPr>
          <a:xfrm>
            <a:off x="811403" y="1053633"/>
            <a:ext cx="5284598" cy="365126"/>
          </a:xfrm>
          <a:prstGeom prst="rect">
            <a:avLst/>
          </a:prstGeom>
        </p:spPr>
        <p:txBody>
          <a:bodyPr/>
          <a:lstStyle>
            <a:lvl1pPr marL="0" indent="0" algn="l">
              <a:buNone/>
              <a:defRPr sz="1600" b="0" i="0">
                <a:solidFill>
                  <a:srgbClr val="0672FF"/>
                </a:solidFill>
                <a:latin typeface="Söhne Breit Leicht" panose="020B0305030202060203" pitchFamily="34" charset="77"/>
              </a:defRPr>
            </a:lvl1pPr>
          </a:lstStyle>
          <a:p>
            <a:pPr lvl="0"/>
            <a:r>
              <a:rPr lang="nl-BE" dirty="0"/>
              <a:t>Subtitel</a:t>
            </a:r>
          </a:p>
        </p:txBody>
      </p:sp>
      <p:sp>
        <p:nvSpPr>
          <p:cNvPr id="15" name="Tijdelijke aanduiding voor tekst 7">
            <a:extLst>
              <a:ext uri="{FF2B5EF4-FFF2-40B4-BE49-F238E27FC236}">
                <a16:creationId xmlns:a16="http://schemas.microsoft.com/office/drawing/2014/main" id="{0310F649-2916-8036-4CDB-F8EC3F4376F1}"/>
              </a:ext>
            </a:extLst>
          </p:cNvPr>
          <p:cNvSpPr>
            <a:spLocks noGrp="1"/>
          </p:cNvSpPr>
          <p:nvPr>
            <p:ph type="body" sz="quarter" idx="16" hasCustomPrompt="1"/>
          </p:nvPr>
        </p:nvSpPr>
        <p:spPr>
          <a:xfrm>
            <a:off x="811404" y="2268990"/>
            <a:ext cx="4186800"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rgbClr val="191E25"/>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pic>
        <p:nvPicPr>
          <p:cNvPr id="16" name="Afbeelding 15">
            <a:extLst>
              <a:ext uri="{FF2B5EF4-FFF2-40B4-BE49-F238E27FC236}">
                <a16:creationId xmlns:a16="http://schemas.microsoft.com/office/drawing/2014/main" id="{9C0D07CE-6F04-8ED0-9DCE-686858D52C2D}"/>
              </a:ext>
            </a:extLst>
          </p:cNvPr>
          <p:cNvPicPr>
            <a:picLocks noChangeAspect="1"/>
          </p:cNvPicPr>
          <p:nvPr userDrawn="1"/>
        </p:nvPicPr>
        <p:blipFill>
          <a:blip r:embed="rId3"/>
          <a:stretch>
            <a:fillRect/>
          </a:stretch>
        </p:blipFill>
        <p:spPr>
          <a:xfrm rot="16200000">
            <a:off x="8660158" y="1559872"/>
            <a:ext cx="265551" cy="199953"/>
          </a:xfrm>
          <a:prstGeom prst="rect">
            <a:avLst/>
          </a:prstGeom>
        </p:spPr>
      </p:pic>
      <p:sp>
        <p:nvSpPr>
          <p:cNvPr id="19" name="Tijdelijke aanduiding voor tekst 8">
            <a:extLst>
              <a:ext uri="{FF2B5EF4-FFF2-40B4-BE49-F238E27FC236}">
                <a16:creationId xmlns:a16="http://schemas.microsoft.com/office/drawing/2014/main" id="{C891E1D0-093E-8E41-B4C6-4D703D043516}"/>
              </a:ext>
            </a:extLst>
          </p:cNvPr>
          <p:cNvSpPr>
            <a:spLocks noGrp="1"/>
          </p:cNvSpPr>
          <p:nvPr>
            <p:ph type="body" sz="quarter" idx="17" hasCustomPrompt="1"/>
          </p:nvPr>
        </p:nvSpPr>
        <p:spPr>
          <a:xfrm>
            <a:off x="8993751" y="1500961"/>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pic>
        <p:nvPicPr>
          <p:cNvPr id="24" name="Afbeelding 23">
            <a:extLst>
              <a:ext uri="{FF2B5EF4-FFF2-40B4-BE49-F238E27FC236}">
                <a16:creationId xmlns:a16="http://schemas.microsoft.com/office/drawing/2014/main" id="{53728C5A-5ABA-19CA-3B0A-275CDE80FC7C}"/>
              </a:ext>
            </a:extLst>
          </p:cNvPr>
          <p:cNvPicPr>
            <a:picLocks noChangeAspect="1"/>
          </p:cNvPicPr>
          <p:nvPr userDrawn="1"/>
        </p:nvPicPr>
        <p:blipFill>
          <a:blip r:embed="rId3"/>
          <a:stretch>
            <a:fillRect/>
          </a:stretch>
        </p:blipFill>
        <p:spPr>
          <a:xfrm rot="16200000">
            <a:off x="8660158" y="2279539"/>
            <a:ext cx="265551" cy="199953"/>
          </a:xfrm>
          <a:prstGeom prst="rect">
            <a:avLst/>
          </a:prstGeom>
        </p:spPr>
      </p:pic>
      <p:pic>
        <p:nvPicPr>
          <p:cNvPr id="25" name="Afbeelding 24">
            <a:extLst>
              <a:ext uri="{FF2B5EF4-FFF2-40B4-BE49-F238E27FC236}">
                <a16:creationId xmlns:a16="http://schemas.microsoft.com/office/drawing/2014/main" id="{0B21D9F1-2CED-3FC1-0D65-DBA8A8E7D8C8}"/>
              </a:ext>
            </a:extLst>
          </p:cNvPr>
          <p:cNvPicPr>
            <a:picLocks noChangeAspect="1"/>
          </p:cNvPicPr>
          <p:nvPr userDrawn="1"/>
        </p:nvPicPr>
        <p:blipFill>
          <a:blip r:embed="rId3"/>
          <a:stretch>
            <a:fillRect/>
          </a:stretch>
        </p:blipFill>
        <p:spPr>
          <a:xfrm rot="16200000">
            <a:off x="8660158" y="2999206"/>
            <a:ext cx="265551" cy="199953"/>
          </a:xfrm>
          <a:prstGeom prst="rect">
            <a:avLst/>
          </a:prstGeom>
        </p:spPr>
      </p:pic>
      <p:pic>
        <p:nvPicPr>
          <p:cNvPr id="26" name="Afbeelding 25">
            <a:extLst>
              <a:ext uri="{FF2B5EF4-FFF2-40B4-BE49-F238E27FC236}">
                <a16:creationId xmlns:a16="http://schemas.microsoft.com/office/drawing/2014/main" id="{CDB772F0-DE57-071C-4BDF-A14876AF10E7}"/>
              </a:ext>
            </a:extLst>
          </p:cNvPr>
          <p:cNvPicPr>
            <a:picLocks noChangeAspect="1"/>
          </p:cNvPicPr>
          <p:nvPr userDrawn="1"/>
        </p:nvPicPr>
        <p:blipFill>
          <a:blip r:embed="rId3"/>
          <a:stretch>
            <a:fillRect/>
          </a:stretch>
        </p:blipFill>
        <p:spPr>
          <a:xfrm rot="16200000">
            <a:off x="8660158" y="3744272"/>
            <a:ext cx="265551" cy="199953"/>
          </a:xfrm>
          <a:prstGeom prst="rect">
            <a:avLst/>
          </a:prstGeom>
        </p:spPr>
      </p:pic>
      <p:pic>
        <p:nvPicPr>
          <p:cNvPr id="27" name="Afbeelding 26">
            <a:extLst>
              <a:ext uri="{FF2B5EF4-FFF2-40B4-BE49-F238E27FC236}">
                <a16:creationId xmlns:a16="http://schemas.microsoft.com/office/drawing/2014/main" id="{75AA7266-74F8-59A8-3FF4-3556C1796105}"/>
              </a:ext>
            </a:extLst>
          </p:cNvPr>
          <p:cNvPicPr>
            <a:picLocks noChangeAspect="1"/>
          </p:cNvPicPr>
          <p:nvPr userDrawn="1"/>
        </p:nvPicPr>
        <p:blipFill>
          <a:blip r:embed="rId3"/>
          <a:stretch>
            <a:fillRect/>
          </a:stretch>
        </p:blipFill>
        <p:spPr>
          <a:xfrm rot="16200000">
            <a:off x="8660158" y="4438539"/>
            <a:ext cx="265551" cy="199953"/>
          </a:xfrm>
          <a:prstGeom prst="rect">
            <a:avLst/>
          </a:prstGeom>
        </p:spPr>
      </p:pic>
      <p:pic>
        <p:nvPicPr>
          <p:cNvPr id="28" name="Afbeelding 27">
            <a:extLst>
              <a:ext uri="{FF2B5EF4-FFF2-40B4-BE49-F238E27FC236}">
                <a16:creationId xmlns:a16="http://schemas.microsoft.com/office/drawing/2014/main" id="{56DBAEB0-819A-FF30-23A7-C19A08D29B88}"/>
              </a:ext>
            </a:extLst>
          </p:cNvPr>
          <p:cNvPicPr>
            <a:picLocks noChangeAspect="1"/>
          </p:cNvPicPr>
          <p:nvPr userDrawn="1"/>
        </p:nvPicPr>
        <p:blipFill>
          <a:blip r:embed="rId3"/>
          <a:stretch>
            <a:fillRect/>
          </a:stretch>
        </p:blipFill>
        <p:spPr>
          <a:xfrm rot="16200000">
            <a:off x="8660158" y="5132806"/>
            <a:ext cx="265551" cy="199953"/>
          </a:xfrm>
          <a:prstGeom prst="rect">
            <a:avLst/>
          </a:prstGeom>
        </p:spPr>
      </p:pic>
      <p:sp>
        <p:nvSpPr>
          <p:cNvPr id="29" name="Tijdelijke aanduiding voor tekst 8">
            <a:extLst>
              <a:ext uri="{FF2B5EF4-FFF2-40B4-BE49-F238E27FC236}">
                <a16:creationId xmlns:a16="http://schemas.microsoft.com/office/drawing/2014/main" id="{8445340E-DCC7-AD3D-A890-9E45CF2FE1A4}"/>
              </a:ext>
            </a:extLst>
          </p:cNvPr>
          <p:cNvSpPr>
            <a:spLocks noGrp="1"/>
          </p:cNvSpPr>
          <p:nvPr>
            <p:ph type="body" sz="quarter" idx="18" hasCustomPrompt="1"/>
          </p:nvPr>
        </p:nvSpPr>
        <p:spPr>
          <a:xfrm>
            <a:off x="8993751" y="2212161"/>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0" name="Tijdelijke aanduiding voor tekst 8">
            <a:extLst>
              <a:ext uri="{FF2B5EF4-FFF2-40B4-BE49-F238E27FC236}">
                <a16:creationId xmlns:a16="http://schemas.microsoft.com/office/drawing/2014/main" id="{C0240BE6-481F-53C9-0FC2-0D53506526AB}"/>
              </a:ext>
            </a:extLst>
          </p:cNvPr>
          <p:cNvSpPr>
            <a:spLocks noGrp="1"/>
          </p:cNvSpPr>
          <p:nvPr>
            <p:ph type="body" sz="quarter" idx="19" hasCustomPrompt="1"/>
          </p:nvPr>
        </p:nvSpPr>
        <p:spPr>
          <a:xfrm>
            <a:off x="8993751" y="2931827"/>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1" name="Tijdelijke aanduiding voor tekst 8">
            <a:extLst>
              <a:ext uri="{FF2B5EF4-FFF2-40B4-BE49-F238E27FC236}">
                <a16:creationId xmlns:a16="http://schemas.microsoft.com/office/drawing/2014/main" id="{D0E35679-BB6A-1AD1-7A15-456193D455E1}"/>
              </a:ext>
            </a:extLst>
          </p:cNvPr>
          <p:cNvSpPr>
            <a:spLocks noGrp="1"/>
          </p:cNvSpPr>
          <p:nvPr>
            <p:ph type="body" sz="quarter" idx="20" hasCustomPrompt="1"/>
          </p:nvPr>
        </p:nvSpPr>
        <p:spPr>
          <a:xfrm>
            <a:off x="8993751" y="3659960"/>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2" name="Tijdelijke aanduiding voor tekst 8">
            <a:extLst>
              <a:ext uri="{FF2B5EF4-FFF2-40B4-BE49-F238E27FC236}">
                <a16:creationId xmlns:a16="http://schemas.microsoft.com/office/drawing/2014/main" id="{01343B1B-B656-8114-5C36-2B9298EA74E0}"/>
              </a:ext>
            </a:extLst>
          </p:cNvPr>
          <p:cNvSpPr>
            <a:spLocks noGrp="1"/>
          </p:cNvSpPr>
          <p:nvPr>
            <p:ph type="body" sz="quarter" idx="21" hasCustomPrompt="1"/>
          </p:nvPr>
        </p:nvSpPr>
        <p:spPr>
          <a:xfrm>
            <a:off x="8993751" y="4371160"/>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3" name="Tijdelijke aanduiding voor tekst 8">
            <a:extLst>
              <a:ext uri="{FF2B5EF4-FFF2-40B4-BE49-F238E27FC236}">
                <a16:creationId xmlns:a16="http://schemas.microsoft.com/office/drawing/2014/main" id="{0898407A-B0DE-2D02-1698-909143124CF9}"/>
              </a:ext>
            </a:extLst>
          </p:cNvPr>
          <p:cNvSpPr>
            <a:spLocks noGrp="1"/>
          </p:cNvSpPr>
          <p:nvPr>
            <p:ph type="body" sz="quarter" idx="22" hasCustomPrompt="1"/>
          </p:nvPr>
        </p:nvSpPr>
        <p:spPr>
          <a:xfrm>
            <a:off x="8993751" y="5090827"/>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Tree>
    <p:extLst>
      <p:ext uri="{BB962C8B-B14F-4D97-AF65-F5344CB8AC3E}">
        <p14:creationId xmlns:p14="http://schemas.microsoft.com/office/powerpoint/2010/main" val="9203833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pen Dia + foto">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75F83755-D3D4-48B9-C77B-ED0E5E3A8447}"/>
              </a:ext>
            </a:extLst>
          </p:cNvPr>
          <p:cNvSpPr/>
          <p:nvPr userDrawn="1"/>
        </p:nvSpPr>
        <p:spPr>
          <a:xfrm>
            <a:off x="6812280" y="0"/>
            <a:ext cx="5379720" cy="6858000"/>
          </a:xfrm>
          <a:prstGeom prst="rect">
            <a:avLst/>
          </a:prstGeom>
          <a:solidFill>
            <a:srgbClr val="06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srcRect/>
          <a:stretch/>
        </p:blipFill>
        <p:spPr>
          <a:xfrm>
            <a:off x="11151972" y="177715"/>
            <a:ext cx="784258" cy="863600"/>
          </a:xfrm>
          <a:prstGeom prst="rect">
            <a:avLst/>
          </a:prstGeom>
        </p:spPr>
      </p:pic>
      <p:sp>
        <p:nvSpPr>
          <p:cNvPr id="11" name="Tijdelijke aanduiding voor tekst 7">
            <a:extLst>
              <a:ext uri="{FF2B5EF4-FFF2-40B4-BE49-F238E27FC236}">
                <a16:creationId xmlns:a16="http://schemas.microsoft.com/office/drawing/2014/main" id="{A5729902-0054-5F75-1245-7ADAA09F45A2}"/>
              </a:ext>
            </a:extLst>
          </p:cNvPr>
          <p:cNvSpPr>
            <a:spLocks noGrp="1"/>
          </p:cNvSpPr>
          <p:nvPr>
            <p:ph type="body" sz="quarter" idx="14" hasCustomPrompt="1"/>
          </p:nvPr>
        </p:nvSpPr>
        <p:spPr>
          <a:xfrm>
            <a:off x="811402" y="1359843"/>
            <a:ext cx="5284597" cy="600012"/>
          </a:xfrm>
          <a:prstGeom prst="rect">
            <a:avLst/>
          </a:prstGeom>
        </p:spPr>
        <p:txBody>
          <a:bodyPr/>
          <a:lstStyle>
            <a:lvl1pPr marL="0" indent="0" algn="l">
              <a:buNone/>
              <a:defRPr sz="4800" b="0" i="0">
                <a:solidFill>
                  <a:srgbClr val="191E25"/>
                </a:solidFill>
                <a:latin typeface="Söhne Breit Kräftig" panose="020B0505030202060203" pitchFamily="34" charset="77"/>
              </a:defRPr>
            </a:lvl1pPr>
          </a:lstStyle>
          <a:p>
            <a:pPr lvl="0"/>
            <a:r>
              <a:rPr lang="nl-BE" dirty="0"/>
              <a:t>Hoofdtitel</a:t>
            </a:r>
          </a:p>
        </p:txBody>
      </p:sp>
      <p:sp>
        <p:nvSpPr>
          <p:cNvPr id="14" name="Tijdelijke aanduiding voor tekst 7">
            <a:extLst>
              <a:ext uri="{FF2B5EF4-FFF2-40B4-BE49-F238E27FC236}">
                <a16:creationId xmlns:a16="http://schemas.microsoft.com/office/drawing/2014/main" id="{2A6CEA59-8824-B1F7-1373-39235E988838}"/>
              </a:ext>
            </a:extLst>
          </p:cNvPr>
          <p:cNvSpPr>
            <a:spLocks noGrp="1"/>
          </p:cNvSpPr>
          <p:nvPr>
            <p:ph type="body" sz="quarter" idx="15" hasCustomPrompt="1"/>
          </p:nvPr>
        </p:nvSpPr>
        <p:spPr>
          <a:xfrm>
            <a:off x="811403" y="1053633"/>
            <a:ext cx="5284598" cy="365126"/>
          </a:xfrm>
          <a:prstGeom prst="rect">
            <a:avLst/>
          </a:prstGeom>
        </p:spPr>
        <p:txBody>
          <a:bodyPr/>
          <a:lstStyle>
            <a:lvl1pPr marL="0" indent="0" algn="l">
              <a:buNone/>
              <a:defRPr sz="1600" b="0" i="0">
                <a:solidFill>
                  <a:srgbClr val="0672FF"/>
                </a:solidFill>
                <a:latin typeface="Söhne Breit Leicht" panose="020B0305030202060203" pitchFamily="34" charset="77"/>
              </a:defRPr>
            </a:lvl1pPr>
          </a:lstStyle>
          <a:p>
            <a:pPr lvl="0"/>
            <a:r>
              <a:rPr lang="nl-BE" dirty="0"/>
              <a:t>Subtitel</a:t>
            </a:r>
          </a:p>
        </p:txBody>
      </p:sp>
      <p:sp>
        <p:nvSpPr>
          <p:cNvPr id="7" name="Tijdelijke aanduiding voor afbeelding 6">
            <a:extLst>
              <a:ext uri="{FF2B5EF4-FFF2-40B4-BE49-F238E27FC236}">
                <a16:creationId xmlns:a16="http://schemas.microsoft.com/office/drawing/2014/main" id="{96344B2A-B49D-45C1-D9F0-6A85CF215EDC}"/>
              </a:ext>
            </a:extLst>
          </p:cNvPr>
          <p:cNvSpPr>
            <a:spLocks noGrp="1"/>
          </p:cNvSpPr>
          <p:nvPr>
            <p:ph type="pic" sz="quarter" idx="16"/>
          </p:nvPr>
        </p:nvSpPr>
        <p:spPr>
          <a:xfrm>
            <a:off x="6811963" y="0"/>
            <a:ext cx="5380037" cy="6858000"/>
          </a:xfrm>
          <a:prstGeom prst="rect">
            <a:avLst/>
          </a:prstGeom>
        </p:spPr>
        <p:txBody>
          <a:bodyPr/>
          <a:lstStyle/>
          <a:p>
            <a:endParaRPr lang="nl-BE"/>
          </a:p>
        </p:txBody>
      </p:sp>
    </p:spTree>
    <p:extLst>
      <p:ext uri="{BB962C8B-B14F-4D97-AF65-F5344CB8AC3E}">
        <p14:creationId xmlns:p14="http://schemas.microsoft.com/office/powerpoint/2010/main" val="33879882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erticale titel en tekst">
    <p:spTree>
      <p:nvGrpSpPr>
        <p:cNvPr id="1" name=""/>
        <p:cNvGrpSpPr/>
        <p:nvPr/>
      </p:nvGrpSpPr>
      <p:grpSpPr>
        <a:xfrm>
          <a:off x="0" y="0"/>
          <a:ext cx="0" cy="0"/>
          <a:chOff x="0" y="0"/>
          <a:chExt cx="0" cy="0"/>
        </a:xfrm>
      </p:grpSpPr>
      <p:sp>
        <p:nvSpPr>
          <p:cNvPr id="10" name="Tijdelijke aanduiding voor tekst 9">
            <a:extLst>
              <a:ext uri="{FF2B5EF4-FFF2-40B4-BE49-F238E27FC236}">
                <a16:creationId xmlns:a16="http://schemas.microsoft.com/office/drawing/2014/main" id="{DA0D43F7-6E60-89CB-C988-7DBFF0B07985}"/>
              </a:ext>
            </a:extLst>
          </p:cNvPr>
          <p:cNvSpPr>
            <a:spLocks noGrp="1"/>
          </p:cNvSpPr>
          <p:nvPr>
            <p:ph type="body" sz="quarter" idx="10" hasCustomPrompt="1"/>
          </p:nvPr>
        </p:nvSpPr>
        <p:spPr>
          <a:xfrm>
            <a:off x="1701800" y="2144828"/>
            <a:ext cx="4978400" cy="2667000"/>
          </a:xfrm>
          <a:prstGeom prst="rect">
            <a:avLst/>
          </a:prstGeom>
        </p:spPr>
        <p:txBody>
          <a:bodyPr/>
          <a:lstStyle>
            <a:lvl1pPr marL="0" indent="0">
              <a:buNone/>
              <a:defRPr sz="23000" b="1" i="1">
                <a:solidFill>
                  <a:srgbClr val="0672FF"/>
                </a:solidFill>
                <a:latin typeface="Söhne Schmal Halbfett Kursiv" panose="02060506060206060203" pitchFamily="18" charset="77"/>
              </a:defRPr>
            </a:lvl1pPr>
          </a:lstStyle>
          <a:p>
            <a:pPr lvl="0"/>
            <a:r>
              <a:rPr lang="nl-NL" dirty="0"/>
              <a:t>BLUVN</a:t>
            </a:r>
            <a:endParaRPr lang="nl-BE" dirty="0"/>
          </a:p>
        </p:txBody>
      </p:sp>
      <p:sp>
        <p:nvSpPr>
          <p:cNvPr id="11" name="Tijdelijke aanduiding voor tekst 9">
            <a:extLst>
              <a:ext uri="{FF2B5EF4-FFF2-40B4-BE49-F238E27FC236}">
                <a16:creationId xmlns:a16="http://schemas.microsoft.com/office/drawing/2014/main" id="{272AD311-41AC-F221-281A-071B8A197907}"/>
              </a:ext>
            </a:extLst>
          </p:cNvPr>
          <p:cNvSpPr>
            <a:spLocks noGrp="1"/>
          </p:cNvSpPr>
          <p:nvPr>
            <p:ph type="body" sz="quarter" idx="11" hasCustomPrompt="1"/>
          </p:nvPr>
        </p:nvSpPr>
        <p:spPr>
          <a:xfrm>
            <a:off x="6680200" y="2144828"/>
            <a:ext cx="4047067" cy="2667000"/>
          </a:xfrm>
          <a:prstGeom prst="rect">
            <a:avLst/>
          </a:prstGeom>
        </p:spPr>
        <p:txBody>
          <a:bodyPr/>
          <a:lstStyle>
            <a:lvl1pPr marL="0" indent="0">
              <a:buNone/>
              <a:defRPr sz="23000" b="1" i="1">
                <a:solidFill>
                  <a:srgbClr val="0C121A"/>
                </a:solidFill>
                <a:latin typeface="Söhne Schmal Halbfett Kursiv" panose="02060506060206060203" pitchFamily="18" charset="77"/>
              </a:defRPr>
            </a:lvl1pPr>
          </a:lstStyle>
          <a:p>
            <a:pPr lvl="0"/>
            <a:r>
              <a:rPr lang="nl-NL" dirty="0"/>
              <a:t>GOAN</a:t>
            </a:r>
            <a:endParaRPr lang="nl-BE" dirty="0"/>
          </a:p>
        </p:txBody>
      </p:sp>
      <p:pic>
        <p:nvPicPr>
          <p:cNvPr id="3" name="Afbeelding 2">
            <a:extLst>
              <a:ext uri="{FF2B5EF4-FFF2-40B4-BE49-F238E27FC236}">
                <a16:creationId xmlns:a16="http://schemas.microsoft.com/office/drawing/2014/main" id="{95696D6F-7F0D-0FC4-E529-3E1CD626B8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40353050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dia - Optie 01">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lvl1pPr>
              <a:defRPr spc="600"/>
            </a:lvl1pPr>
          </a:lstStyle>
          <a:p>
            <a:r>
              <a:rPr lang="nl-BE" dirty="0"/>
              <a:t>WE ARE NXT</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gn="ctr">
              <a:lnSpc>
                <a:spcPct val="70000"/>
              </a:lnSpc>
              <a:defRPr sz="20000" b="1" i="0" spc="600">
                <a:solidFill>
                  <a:schemeClr val="bg1"/>
                </a:solidFill>
                <a:latin typeface="Söhne Schmal" panose="02060506060206060203" pitchFamily="18" charset="77"/>
              </a:defRPr>
            </a:lvl1pPr>
          </a:lstStyle>
          <a:p>
            <a:r>
              <a:rPr lang="nl-BE" dirty="0"/>
              <a:t>WE ARE</a:t>
            </a:r>
            <a:br>
              <a:rPr lang="nl-BE" dirty="0"/>
            </a:br>
            <a:r>
              <a:rPr lang="nl-BE" dirty="0"/>
              <a:t>NXT</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2808287" y="5078413"/>
            <a:ext cx="6575425" cy="914400"/>
          </a:xfrm>
          <a:prstGeom prst="rect">
            <a:avLst/>
          </a:prstGeom>
        </p:spPr>
        <p:txBody>
          <a:bodyPr/>
          <a:lstStyle>
            <a:lvl1pPr marL="0" indent="0" algn="ctr">
              <a:buNone/>
              <a:defRPr b="0" i="0">
                <a:solidFill>
                  <a:schemeClr val="bg1"/>
                </a:solidFill>
                <a:latin typeface="Söhne Breit" panose="020B0505030202060203" pitchFamily="34" charset="77"/>
              </a:defRPr>
            </a:lvl1pPr>
          </a:lstStyle>
          <a:p>
            <a:pPr lvl="0"/>
            <a:r>
              <a:rPr lang="nl-BE" dirty="0"/>
              <a:t>Dit is een subtitel</a:t>
            </a:r>
          </a:p>
        </p:txBody>
      </p:sp>
      <p:pic>
        <p:nvPicPr>
          <p:cNvPr id="4" name="Afbeelding 3" descr="Afbeelding met tekst, illustratie&#10;&#10;Automatisch gegenereerde beschrijving">
            <a:extLst>
              <a:ext uri="{FF2B5EF4-FFF2-40B4-BE49-F238E27FC236}">
                <a16:creationId xmlns:a16="http://schemas.microsoft.com/office/drawing/2014/main" id="{2734CB9C-2779-3FF0-BBED-D1D725C16FE5}"/>
              </a:ext>
            </a:extLst>
          </p:cNvPr>
          <p:cNvPicPr>
            <a:picLocks noChangeAspect="1"/>
          </p:cNvPicPr>
          <p:nvPr userDrawn="1"/>
        </p:nvPicPr>
        <p:blipFill>
          <a:blip r:embed="rId2"/>
          <a:stretch>
            <a:fillRect/>
          </a:stretch>
        </p:blipFill>
        <p:spPr>
          <a:xfrm>
            <a:off x="10818742" y="343955"/>
            <a:ext cx="1070116" cy="446491"/>
          </a:xfrm>
          <a:prstGeom prst="rect">
            <a:avLst/>
          </a:prstGeom>
        </p:spPr>
      </p:pic>
    </p:spTree>
    <p:extLst>
      <p:ext uri="{BB962C8B-B14F-4D97-AF65-F5344CB8AC3E}">
        <p14:creationId xmlns:p14="http://schemas.microsoft.com/office/powerpoint/2010/main" val="11596056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eldia - Optie 02">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chemeClr val="bg1"/>
                </a:solidFill>
                <a:latin typeface="Söhne Schmal" panose="02060506060206060203" pitchFamily="18" charset="77"/>
              </a:defRPr>
            </a:lvl1pPr>
          </a:lstStyle>
          <a:p>
            <a:r>
              <a:rPr lang="nl-BE" dirty="0"/>
              <a:t>WE ARE</a:t>
            </a:r>
            <a:br>
              <a:rPr lang="nl-BE" dirty="0"/>
            </a:br>
            <a:r>
              <a:rPr lang="nl-BE" dirty="0"/>
              <a:t>NXT</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0672FF"/>
                </a:solidFill>
                <a:latin typeface="Söhne Breit Kräftig" panose="020B0505030202060203" pitchFamily="34" charset="77"/>
              </a:defRPr>
            </a:lvl1pPr>
          </a:lstStyle>
          <a:p>
            <a:pPr lvl="0"/>
            <a:r>
              <a:rPr lang="nl-BE" dirty="0"/>
              <a:t>Dit is een subtitel</a:t>
            </a:r>
          </a:p>
        </p:txBody>
      </p:sp>
      <p:pic>
        <p:nvPicPr>
          <p:cNvPr id="2" name="Afbeelding 1" descr="Afbeelding met tekst, illustratie&#10;&#10;Automatisch gegenereerde beschrijving">
            <a:extLst>
              <a:ext uri="{FF2B5EF4-FFF2-40B4-BE49-F238E27FC236}">
                <a16:creationId xmlns:a16="http://schemas.microsoft.com/office/drawing/2014/main" id="{5B89D94C-EE2B-A2D6-6B91-8AC522166FE3}"/>
              </a:ext>
            </a:extLst>
          </p:cNvPr>
          <p:cNvPicPr>
            <a:picLocks noChangeAspect="1"/>
          </p:cNvPicPr>
          <p:nvPr userDrawn="1"/>
        </p:nvPicPr>
        <p:blipFill>
          <a:blip r:embed="rId2"/>
          <a:stretch>
            <a:fillRect/>
          </a:stretch>
        </p:blipFill>
        <p:spPr>
          <a:xfrm>
            <a:off x="10818742" y="343955"/>
            <a:ext cx="1070116" cy="446491"/>
          </a:xfrm>
          <a:prstGeom prst="rect">
            <a:avLst/>
          </a:prstGeom>
        </p:spPr>
      </p:pic>
    </p:spTree>
    <p:extLst>
      <p:ext uri="{BB962C8B-B14F-4D97-AF65-F5344CB8AC3E}">
        <p14:creationId xmlns:p14="http://schemas.microsoft.com/office/powerpoint/2010/main" val="5517648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leidin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2585ABDC-CC14-D480-3EA6-D6ABF1DE2933}"/>
              </a:ext>
            </a:extLst>
          </p:cNvPr>
          <p:cNvSpPr>
            <a:spLocks noGrp="1"/>
          </p:cNvSpPr>
          <p:nvPr>
            <p:ph type="pic" sz="quarter" idx="13"/>
          </p:nvPr>
        </p:nvSpPr>
        <p:spPr>
          <a:xfrm>
            <a:off x="0" y="0"/>
            <a:ext cx="5429250" cy="6858000"/>
          </a:xfrm>
          <a:prstGeom prst="rect">
            <a:avLst/>
          </a:prstGeom>
          <a:solidFill>
            <a:schemeClr val="tx1"/>
          </a:solidFill>
        </p:spPr>
        <p:txBody>
          <a:bodyPr/>
          <a:lstStyle>
            <a:lvl1pPr>
              <a:defRPr>
                <a:ln>
                  <a:solidFill>
                    <a:sysClr val="windowText" lastClr="000000"/>
                  </a:solidFill>
                </a:ln>
                <a:solidFill>
                  <a:sysClr val="windowText" lastClr="000000"/>
                </a:solidFill>
              </a:defRPr>
            </a:lvl1pPr>
          </a:lstStyle>
          <a:p>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9" name="Tijdelijke aanduiding voor tekst 8">
            <a:extLst>
              <a:ext uri="{FF2B5EF4-FFF2-40B4-BE49-F238E27FC236}">
                <a16:creationId xmlns:a16="http://schemas.microsoft.com/office/drawing/2014/main" id="{D5BAB11B-EACE-84D3-EC0E-C9204FECEA8C}"/>
              </a:ext>
            </a:extLst>
          </p:cNvPr>
          <p:cNvSpPr>
            <a:spLocks noGrp="1"/>
          </p:cNvSpPr>
          <p:nvPr>
            <p:ph type="body" sz="quarter" idx="14" hasCustomPrompt="1"/>
          </p:nvPr>
        </p:nvSpPr>
        <p:spPr>
          <a:xfrm>
            <a:off x="6815359" y="2710551"/>
            <a:ext cx="1879542" cy="2775849"/>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6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a:t>
            </a:r>
          </a:p>
          <a:p>
            <a:pPr lvl="0"/>
            <a:endParaRPr lang="nl-NL" dirty="0"/>
          </a:p>
          <a:p>
            <a:pPr lvl="0"/>
            <a:endParaRPr lang="nl-BE" dirty="0"/>
          </a:p>
        </p:txBody>
      </p:sp>
      <p:pic>
        <p:nvPicPr>
          <p:cNvPr id="12" name="Afbeelding 11">
            <a:extLst>
              <a:ext uri="{FF2B5EF4-FFF2-40B4-BE49-F238E27FC236}">
                <a16:creationId xmlns:a16="http://schemas.microsoft.com/office/drawing/2014/main" id="{A7812F72-0C40-6904-065B-4F648A6779B3}"/>
              </a:ext>
            </a:extLst>
          </p:cNvPr>
          <p:cNvPicPr>
            <a:picLocks noChangeAspect="1"/>
          </p:cNvPicPr>
          <p:nvPr userDrawn="1"/>
        </p:nvPicPr>
        <p:blipFill>
          <a:blip r:embed="rId2"/>
          <a:stretch>
            <a:fillRect/>
          </a:stretch>
        </p:blipFill>
        <p:spPr>
          <a:xfrm>
            <a:off x="6050010" y="2762234"/>
            <a:ext cx="91979" cy="122154"/>
          </a:xfrm>
          <a:prstGeom prst="rect">
            <a:avLst/>
          </a:prstGeom>
        </p:spPr>
      </p:pic>
      <p:pic>
        <p:nvPicPr>
          <p:cNvPr id="13" name="Afbeelding 12">
            <a:extLst>
              <a:ext uri="{FF2B5EF4-FFF2-40B4-BE49-F238E27FC236}">
                <a16:creationId xmlns:a16="http://schemas.microsoft.com/office/drawing/2014/main" id="{506719E6-2AC8-E600-C642-5DEE751E5278}"/>
              </a:ext>
            </a:extLst>
          </p:cNvPr>
          <p:cNvPicPr>
            <a:picLocks noChangeAspect="1"/>
          </p:cNvPicPr>
          <p:nvPr userDrawn="1"/>
        </p:nvPicPr>
        <p:blipFill>
          <a:blip r:embed="rId2"/>
          <a:stretch>
            <a:fillRect/>
          </a:stretch>
        </p:blipFill>
        <p:spPr>
          <a:xfrm>
            <a:off x="6050010" y="3124018"/>
            <a:ext cx="91979" cy="122154"/>
          </a:xfrm>
          <a:prstGeom prst="rect">
            <a:avLst/>
          </a:prstGeom>
        </p:spPr>
      </p:pic>
      <p:pic>
        <p:nvPicPr>
          <p:cNvPr id="14" name="Afbeelding 13">
            <a:extLst>
              <a:ext uri="{FF2B5EF4-FFF2-40B4-BE49-F238E27FC236}">
                <a16:creationId xmlns:a16="http://schemas.microsoft.com/office/drawing/2014/main" id="{250736B6-FB54-AAE3-9D5B-9A6C6A344F6D}"/>
              </a:ext>
            </a:extLst>
          </p:cNvPr>
          <p:cNvPicPr>
            <a:picLocks noChangeAspect="1"/>
          </p:cNvPicPr>
          <p:nvPr userDrawn="1"/>
        </p:nvPicPr>
        <p:blipFill>
          <a:blip r:embed="rId2"/>
          <a:stretch>
            <a:fillRect/>
          </a:stretch>
        </p:blipFill>
        <p:spPr>
          <a:xfrm>
            <a:off x="6050010" y="3453997"/>
            <a:ext cx="91979" cy="122154"/>
          </a:xfrm>
          <a:prstGeom prst="rect">
            <a:avLst/>
          </a:prstGeom>
        </p:spPr>
      </p:pic>
      <p:pic>
        <p:nvPicPr>
          <p:cNvPr id="15" name="Afbeelding 14">
            <a:extLst>
              <a:ext uri="{FF2B5EF4-FFF2-40B4-BE49-F238E27FC236}">
                <a16:creationId xmlns:a16="http://schemas.microsoft.com/office/drawing/2014/main" id="{D1E2F457-4320-DD51-76FC-14E5C892D4CF}"/>
              </a:ext>
            </a:extLst>
          </p:cNvPr>
          <p:cNvPicPr>
            <a:picLocks noChangeAspect="1"/>
          </p:cNvPicPr>
          <p:nvPr userDrawn="1"/>
        </p:nvPicPr>
        <p:blipFill>
          <a:blip r:embed="rId2"/>
          <a:stretch>
            <a:fillRect/>
          </a:stretch>
        </p:blipFill>
        <p:spPr>
          <a:xfrm>
            <a:off x="6050010" y="3807830"/>
            <a:ext cx="91979" cy="122154"/>
          </a:xfrm>
          <a:prstGeom prst="rect">
            <a:avLst/>
          </a:prstGeom>
        </p:spPr>
      </p:pic>
      <p:pic>
        <p:nvPicPr>
          <p:cNvPr id="16" name="Afbeelding 15">
            <a:extLst>
              <a:ext uri="{FF2B5EF4-FFF2-40B4-BE49-F238E27FC236}">
                <a16:creationId xmlns:a16="http://schemas.microsoft.com/office/drawing/2014/main" id="{1EBA8B42-BE51-1EED-4EFE-3A48118E14EB}"/>
              </a:ext>
            </a:extLst>
          </p:cNvPr>
          <p:cNvPicPr>
            <a:picLocks noChangeAspect="1"/>
          </p:cNvPicPr>
          <p:nvPr userDrawn="1"/>
        </p:nvPicPr>
        <p:blipFill>
          <a:blip r:embed="rId2"/>
          <a:stretch>
            <a:fillRect/>
          </a:stretch>
        </p:blipFill>
        <p:spPr>
          <a:xfrm>
            <a:off x="6050010" y="4153711"/>
            <a:ext cx="91979" cy="122154"/>
          </a:xfrm>
          <a:prstGeom prst="rect">
            <a:avLst/>
          </a:prstGeom>
        </p:spPr>
      </p:pic>
      <p:pic>
        <p:nvPicPr>
          <p:cNvPr id="17" name="Afbeelding 16">
            <a:extLst>
              <a:ext uri="{FF2B5EF4-FFF2-40B4-BE49-F238E27FC236}">
                <a16:creationId xmlns:a16="http://schemas.microsoft.com/office/drawing/2014/main" id="{AFDC286E-1D38-CDE0-6CD1-9D0045419198}"/>
              </a:ext>
            </a:extLst>
          </p:cNvPr>
          <p:cNvPicPr>
            <a:picLocks noChangeAspect="1"/>
          </p:cNvPicPr>
          <p:nvPr userDrawn="1"/>
        </p:nvPicPr>
        <p:blipFill>
          <a:blip r:embed="rId2"/>
          <a:stretch>
            <a:fillRect/>
          </a:stretch>
        </p:blipFill>
        <p:spPr>
          <a:xfrm>
            <a:off x="6050010" y="4515496"/>
            <a:ext cx="91979" cy="122154"/>
          </a:xfrm>
          <a:prstGeom prst="rect">
            <a:avLst/>
          </a:prstGeom>
        </p:spPr>
      </p:pic>
      <p:pic>
        <p:nvPicPr>
          <p:cNvPr id="18" name="Afbeelding 17">
            <a:extLst>
              <a:ext uri="{FF2B5EF4-FFF2-40B4-BE49-F238E27FC236}">
                <a16:creationId xmlns:a16="http://schemas.microsoft.com/office/drawing/2014/main" id="{68100C67-169C-6088-DAFD-5738B0A730AC}"/>
              </a:ext>
            </a:extLst>
          </p:cNvPr>
          <p:cNvPicPr>
            <a:picLocks noChangeAspect="1"/>
          </p:cNvPicPr>
          <p:nvPr userDrawn="1"/>
        </p:nvPicPr>
        <p:blipFill>
          <a:blip r:embed="rId2"/>
          <a:stretch>
            <a:fillRect/>
          </a:stretch>
        </p:blipFill>
        <p:spPr>
          <a:xfrm>
            <a:off x="6050010" y="4857402"/>
            <a:ext cx="91979" cy="122154"/>
          </a:xfrm>
          <a:prstGeom prst="rect">
            <a:avLst/>
          </a:prstGeom>
        </p:spPr>
      </p:pic>
      <p:pic>
        <p:nvPicPr>
          <p:cNvPr id="19" name="Afbeelding 18">
            <a:extLst>
              <a:ext uri="{FF2B5EF4-FFF2-40B4-BE49-F238E27FC236}">
                <a16:creationId xmlns:a16="http://schemas.microsoft.com/office/drawing/2014/main" id="{69E9DA8B-7768-5686-60FF-CB6E3CC7E2ED}"/>
              </a:ext>
            </a:extLst>
          </p:cNvPr>
          <p:cNvPicPr>
            <a:picLocks noChangeAspect="1"/>
          </p:cNvPicPr>
          <p:nvPr userDrawn="1"/>
        </p:nvPicPr>
        <p:blipFill>
          <a:blip r:embed="rId2"/>
          <a:stretch>
            <a:fillRect/>
          </a:stretch>
        </p:blipFill>
        <p:spPr>
          <a:xfrm>
            <a:off x="6050010" y="5223162"/>
            <a:ext cx="91979" cy="122154"/>
          </a:xfrm>
          <a:prstGeom prst="rect">
            <a:avLst/>
          </a:prstGeom>
        </p:spPr>
      </p:pic>
      <p:sp>
        <p:nvSpPr>
          <p:cNvPr id="21" name="Tijdelijke aanduiding voor tekst 20">
            <a:extLst>
              <a:ext uri="{FF2B5EF4-FFF2-40B4-BE49-F238E27FC236}">
                <a16:creationId xmlns:a16="http://schemas.microsoft.com/office/drawing/2014/main" id="{DD9AF9FF-82F0-F7F7-FC54-F5EF32807D11}"/>
              </a:ext>
            </a:extLst>
          </p:cNvPr>
          <p:cNvSpPr>
            <a:spLocks noGrp="1"/>
          </p:cNvSpPr>
          <p:nvPr>
            <p:ph type="body" sz="quarter" idx="15" hasCustomPrompt="1"/>
          </p:nvPr>
        </p:nvSpPr>
        <p:spPr>
          <a:xfrm>
            <a:off x="6050010" y="711262"/>
            <a:ext cx="5289782" cy="1238202"/>
          </a:xfrm>
          <a:prstGeom prst="rect">
            <a:avLst/>
          </a:prstGeom>
        </p:spPr>
        <p:txBody>
          <a:bodyPr/>
          <a:lstStyle>
            <a:lvl1pPr marL="0" indent="0">
              <a:buNone/>
              <a:defRPr sz="9600" b="1" i="0">
                <a:solidFill>
                  <a:schemeClr val="bg1"/>
                </a:solidFill>
                <a:latin typeface="Söhne Schmal Halbfett" panose="02060506060206060203" pitchFamily="18" charset="77"/>
              </a:defRPr>
            </a:lvl1pPr>
          </a:lstStyle>
          <a:p>
            <a:pPr lvl="0"/>
            <a:r>
              <a:rPr lang="nl-NL" dirty="0"/>
              <a:t>ONDERWERP</a:t>
            </a:r>
            <a:endParaRPr lang="nl-BE" dirty="0"/>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4" name="Tijdelijke aanduiding voor tekst 20">
            <a:extLst>
              <a:ext uri="{FF2B5EF4-FFF2-40B4-BE49-F238E27FC236}">
                <a16:creationId xmlns:a16="http://schemas.microsoft.com/office/drawing/2014/main" id="{E62BC80B-30C7-87F5-9B85-E680EE7B7D1C}"/>
              </a:ext>
            </a:extLst>
          </p:cNvPr>
          <p:cNvSpPr>
            <a:spLocks noGrp="1"/>
          </p:cNvSpPr>
          <p:nvPr>
            <p:ph type="body" sz="quarter" idx="16" hasCustomPrompt="1"/>
          </p:nvPr>
        </p:nvSpPr>
        <p:spPr>
          <a:xfrm>
            <a:off x="6050010" y="1897719"/>
            <a:ext cx="5289782" cy="327043"/>
          </a:xfrm>
          <a:prstGeom prst="rect">
            <a:avLst/>
          </a:prstGeom>
        </p:spPr>
        <p:txBody>
          <a:bodyPr/>
          <a:lstStyle>
            <a:lvl1pPr marL="0" indent="0">
              <a:buNone/>
              <a:defRPr sz="1400" b="0" i="0">
                <a:solidFill>
                  <a:srgbClr val="91A3C2"/>
                </a:solidFill>
                <a:latin typeface="Söhne Breit" panose="020B0505030202060203" pitchFamily="34" charset="77"/>
              </a:defRPr>
            </a:lvl1pPr>
          </a:lstStyle>
          <a:p>
            <a:pPr lvl="0"/>
            <a:r>
              <a:rPr lang="nl-NL" dirty="0"/>
              <a:t>No </a:t>
            </a:r>
            <a:r>
              <a:rPr lang="nl-NL" dirty="0" err="1"/>
              <a:t>Sweat</a:t>
            </a:r>
            <a:r>
              <a:rPr lang="nl-NL" dirty="0"/>
              <a:t> No </a:t>
            </a:r>
            <a:r>
              <a:rPr lang="nl-NL" dirty="0" err="1"/>
              <a:t>Glory</a:t>
            </a:r>
            <a:endParaRPr lang="nl-BE" dirty="0"/>
          </a:p>
        </p:txBody>
      </p:sp>
      <p:sp>
        <p:nvSpPr>
          <p:cNvPr id="20" name="Tijdelijke aanduiding voor tekst 8">
            <a:extLst>
              <a:ext uri="{FF2B5EF4-FFF2-40B4-BE49-F238E27FC236}">
                <a16:creationId xmlns:a16="http://schemas.microsoft.com/office/drawing/2014/main" id="{D7C82AFB-3DB9-C3B7-C2BF-1FCDE2E396DE}"/>
              </a:ext>
            </a:extLst>
          </p:cNvPr>
          <p:cNvSpPr>
            <a:spLocks noGrp="1"/>
          </p:cNvSpPr>
          <p:nvPr>
            <p:ph type="body" sz="quarter" idx="17" hasCustomPrompt="1"/>
          </p:nvPr>
        </p:nvSpPr>
        <p:spPr>
          <a:xfrm>
            <a:off x="6274189" y="2710551"/>
            <a:ext cx="587054" cy="2775849"/>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600" b="0" i="0">
                <a:ln>
                  <a:noFill/>
                </a:ln>
                <a:solidFill>
                  <a:schemeClr val="bg1"/>
                </a:solidFill>
                <a:latin typeface="Söhne Breit Leicht" panose="020B03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01</a:t>
            </a:r>
          </a:p>
          <a:p>
            <a:pPr lvl="0"/>
            <a:r>
              <a:rPr lang="nl-NL" dirty="0"/>
              <a:t>02</a:t>
            </a:r>
          </a:p>
          <a:p>
            <a:pPr lvl="0"/>
            <a:r>
              <a:rPr lang="nl-NL" dirty="0"/>
              <a:t>03</a:t>
            </a:r>
          </a:p>
          <a:p>
            <a:pPr lvl="0"/>
            <a:r>
              <a:rPr lang="nl-NL" dirty="0"/>
              <a:t>04</a:t>
            </a:r>
          </a:p>
          <a:p>
            <a:pPr lvl="0"/>
            <a:r>
              <a:rPr lang="nl-NL" dirty="0"/>
              <a:t>05</a:t>
            </a:r>
          </a:p>
          <a:p>
            <a:pPr lvl="0"/>
            <a:r>
              <a:rPr lang="nl-NL" dirty="0"/>
              <a:t>06</a:t>
            </a:r>
          </a:p>
          <a:p>
            <a:pPr lvl="0"/>
            <a:r>
              <a:rPr lang="nl-NL" dirty="0"/>
              <a:t>07</a:t>
            </a:r>
          </a:p>
          <a:p>
            <a:pPr lvl="0"/>
            <a:r>
              <a:rPr lang="nl-NL" dirty="0"/>
              <a:t>08</a:t>
            </a:r>
            <a:endParaRPr lang="nl-BE" dirty="0"/>
          </a:p>
        </p:txBody>
      </p:sp>
    </p:spTree>
    <p:extLst>
      <p:ext uri="{BB962C8B-B14F-4D97-AF65-F5344CB8AC3E}">
        <p14:creationId xmlns:p14="http://schemas.microsoft.com/office/powerpoint/2010/main" val="25516189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ijfer-Groot">
    <p:spTree>
      <p:nvGrpSpPr>
        <p:cNvPr id="1" name=""/>
        <p:cNvGrpSpPr/>
        <p:nvPr/>
      </p:nvGrpSpPr>
      <p:grpSpPr>
        <a:xfrm>
          <a:off x="0" y="0"/>
          <a:ext cx="0" cy="0"/>
          <a:chOff x="0" y="0"/>
          <a:chExt cx="0" cy="0"/>
        </a:xfrm>
      </p:grpSpPr>
      <p:pic>
        <p:nvPicPr>
          <p:cNvPr id="12" name="Afbeelding 11">
            <a:extLst>
              <a:ext uri="{FF2B5EF4-FFF2-40B4-BE49-F238E27FC236}">
                <a16:creationId xmlns:a16="http://schemas.microsoft.com/office/drawing/2014/main" id="{A65FA376-834E-F3A0-641C-28DCFE978F26}"/>
              </a:ext>
            </a:extLst>
          </p:cNvPr>
          <p:cNvPicPr>
            <a:picLocks noChangeAspect="1"/>
          </p:cNvPicPr>
          <p:nvPr userDrawn="1"/>
        </p:nvPicPr>
        <p:blipFill rotWithShape="1">
          <a:blip r:embed="rId2">
            <a:alphaModFix amt="25000"/>
          </a:blip>
          <a:srcRect l="1143" t="5418" r="1143" b="5418"/>
          <a:stretch/>
        </p:blipFill>
        <p:spPr>
          <a:xfrm>
            <a:off x="0" y="0"/>
            <a:ext cx="12192000" cy="6858000"/>
          </a:xfrm>
          <a:prstGeom prst="rect">
            <a:avLst/>
          </a:prstGeom>
        </p:spPr>
      </p:pic>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2463800" y="790575"/>
            <a:ext cx="7264400" cy="4114800"/>
          </a:xfrm>
          <a:prstGeom prst="rect">
            <a:avLst/>
          </a:prstGeom>
        </p:spPr>
        <p:txBody>
          <a:bodyPr/>
          <a:lstStyle>
            <a:lvl1pPr marL="0" indent="0" algn="ctr">
              <a:buNone/>
              <a:defRPr sz="40000" b="1" i="0">
                <a:solidFill>
                  <a:srgbClr val="0672FF"/>
                </a:solidFill>
                <a:latin typeface="Söhne Schmal Fett" panose="02060506060206060203" pitchFamily="18" charset="77"/>
              </a:defRPr>
            </a:lvl1pPr>
          </a:lstStyle>
          <a:p>
            <a:pPr lvl="0"/>
            <a:r>
              <a:rPr lang="nl-BE" dirty="0"/>
              <a:t>3X</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5194300"/>
            <a:ext cx="7264400" cy="584199"/>
          </a:xfrm>
          <a:prstGeom prst="rect">
            <a:avLst/>
          </a:prstGeom>
        </p:spPr>
        <p:txBody>
          <a:bodyPr/>
          <a:lstStyle>
            <a:lvl1pPr marL="0" indent="0" algn="ctr">
              <a:buNone/>
              <a:defRPr sz="2000" b="0" i="0">
                <a:solidFill>
                  <a:schemeClr val="bg1"/>
                </a:solidFill>
                <a:latin typeface="Söhne Breit" panose="020B0505030202060203" pitchFamily="34" charset="77"/>
              </a:defRPr>
            </a:lvl1pPr>
          </a:lstStyle>
          <a:p>
            <a:pPr lvl="0"/>
            <a:r>
              <a:rPr lang="nl-BE" dirty="0"/>
              <a:t>Kampioen van België in de laatste 4 jaar.</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36669758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 Optie 01">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1162050" y="1695448"/>
            <a:ext cx="9867900" cy="2914651"/>
          </a:xfrm>
          <a:prstGeom prst="rect">
            <a:avLst/>
          </a:prstGeom>
        </p:spPr>
        <p:txBody>
          <a:bodyPr/>
          <a:lstStyle>
            <a:lvl1pPr marL="0" indent="0" algn="ctr">
              <a:buNone/>
              <a:defRPr sz="3200" b="0" i="0">
                <a:solidFill>
                  <a:schemeClr val="bg1"/>
                </a:solidFill>
                <a:latin typeface="Söhne Breit Kräftig" panose="020B0505030202060203" pitchFamily="34" charset="77"/>
              </a:defRPr>
            </a:lvl1pPr>
          </a:lstStyle>
          <a:p>
            <a:pPr lvl="0"/>
            <a:r>
              <a:rPr lang="nl-BE" dirty="0"/>
              <a:t>Eindelijk mijn eerste keer </a:t>
            </a:r>
          </a:p>
          <a:p>
            <a:pPr lvl="0"/>
            <a:r>
              <a:rPr lang="nl-BE" dirty="0"/>
              <a:t>Champions League, daar heb ik </a:t>
            </a:r>
          </a:p>
          <a:p>
            <a:pPr lvl="0"/>
            <a:r>
              <a:rPr lang="nl-BE" dirty="0"/>
              <a:t>als klein jongetje altijd van gedroomd. </a:t>
            </a:r>
          </a:p>
          <a:p>
            <a:pPr lvl="0"/>
            <a:r>
              <a:rPr lang="nl-BE" dirty="0"/>
              <a:t>Tijd om er samen een kolkend </a:t>
            </a:r>
          </a:p>
          <a:p>
            <a:pPr lvl="0"/>
            <a:r>
              <a:rPr lang="nl-BE" dirty="0"/>
              <a:t>Fort Jan Breydel van te maken</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4933948"/>
            <a:ext cx="7264400" cy="584199"/>
          </a:xfrm>
          <a:prstGeom prst="rect">
            <a:avLst/>
          </a:prstGeom>
        </p:spPr>
        <p:txBody>
          <a:bodyPr/>
          <a:lstStyle>
            <a:lvl1pPr marL="0" indent="0" algn="ctr">
              <a:buNone/>
              <a:defRPr sz="1600" b="0" i="0">
                <a:solidFill>
                  <a:schemeClr val="bg1"/>
                </a:solidFill>
                <a:latin typeface="Söhne Breit Leicht" panose="020B0305030202060203" pitchFamily="34" charset="77"/>
              </a:defRPr>
            </a:lvl1pPr>
          </a:lstStyle>
          <a:p>
            <a:pPr lvl="0"/>
            <a:r>
              <a:rPr lang="nl-BE" dirty="0"/>
              <a:t>Andreas Skov Olsen</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2" name="Tijdelijke aanduiding voor tekst 7">
            <a:extLst>
              <a:ext uri="{FF2B5EF4-FFF2-40B4-BE49-F238E27FC236}">
                <a16:creationId xmlns:a16="http://schemas.microsoft.com/office/drawing/2014/main" id="{5C0F220E-5757-57EC-C21D-C8FC491C77A6}"/>
              </a:ext>
            </a:extLst>
          </p:cNvPr>
          <p:cNvSpPr>
            <a:spLocks noGrp="1"/>
          </p:cNvSpPr>
          <p:nvPr>
            <p:ph type="body" sz="quarter" idx="15" hasCustomPrompt="1"/>
          </p:nvPr>
        </p:nvSpPr>
        <p:spPr>
          <a:xfrm>
            <a:off x="2349500" y="1371599"/>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4" name="Tijdelijke aanduiding voor tekst 7">
            <a:extLst>
              <a:ext uri="{FF2B5EF4-FFF2-40B4-BE49-F238E27FC236}">
                <a16:creationId xmlns:a16="http://schemas.microsoft.com/office/drawing/2014/main" id="{59D28FA6-15F6-346A-DAC9-E7A249DEB39C}"/>
              </a:ext>
            </a:extLst>
          </p:cNvPr>
          <p:cNvSpPr>
            <a:spLocks noGrp="1"/>
          </p:cNvSpPr>
          <p:nvPr>
            <p:ph type="body" sz="quarter" idx="16" hasCustomPrompt="1"/>
          </p:nvPr>
        </p:nvSpPr>
        <p:spPr>
          <a:xfrm>
            <a:off x="9613900" y="3851273"/>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Tree>
    <p:extLst>
      <p:ext uri="{BB962C8B-B14F-4D97-AF65-F5344CB8AC3E}">
        <p14:creationId xmlns:p14="http://schemas.microsoft.com/office/powerpoint/2010/main" val="19904315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 Optie 02">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2585ABDC-CC14-D480-3EA6-D6ABF1DE2933}"/>
              </a:ext>
            </a:extLst>
          </p:cNvPr>
          <p:cNvSpPr>
            <a:spLocks noGrp="1"/>
          </p:cNvSpPr>
          <p:nvPr>
            <p:ph type="pic" sz="quarter" idx="13"/>
          </p:nvPr>
        </p:nvSpPr>
        <p:spPr>
          <a:xfrm>
            <a:off x="0" y="0"/>
            <a:ext cx="5429250" cy="6858000"/>
          </a:xfrm>
          <a:prstGeom prst="rect">
            <a:avLst/>
          </a:prstGeom>
          <a:solidFill>
            <a:schemeClr val="tx1"/>
          </a:solidFill>
        </p:spPr>
        <p:txBody>
          <a:bodyPr/>
          <a:lstStyle>
            <a:lvl1pPr>
              <a:defRPr>
                <a:ln>
                  <a:solidFill>
                    <a:sysClr val="windowText" lastClr="000000"/>
                  </a:solidFill>
                </a:ln>
                <a:solidFill>
                  <a:sysClr val="windowText" lastClr="000000"/>
                </a:solidFill>
              </a:defRPr>
            </a:lvl1pPr>
          </a:lstStyle>
          <a:p>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9" name="Tijdelijke aanduiding voor tekst 8">
            <a:extLst>
              <a:ext uri="{FF2B5EF4-FFF2-40B4-BE49-F238E27FC236}">
                <a16:creationId xmlns:a16="http://schemas.microsoft.com/office/drawing/2014/main" id="{D5BAB11B-EACE-84D3-EC0E-C9204FECEA8C}"/>
              </a:ext>
            </a:extLst>
          </p:cNvPr>
          <p:cNvSpPr>
            <a:spLocks noGrp="1"/>
          </p:cNvSpPr>
          <p:nvPr>
            <p:ph type="body" sz="quarter" idx="14" hasCustomPrompt="1"/>
          </p:nvPr>
        </p:nvSpPr>
        <p:spPr>
          <a:xfrm>
            <a:off x="5928390" y="1811020"/>
            <a:ext cx="5766785" cy="316039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24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BE" dirty="0"/>
              <a:t>Eindelijk mijn eerste keer </a:t>
            </a:r>
          </a:p>
          <a:p>
            <a:pPr lvl="0"/>
            <a:r>
              <a:rPr lang="nl-BE" dirty="0"/>
              <a:t>Champions League, daar heb ik </a:t>
            </a:r>
          </a:p>
          <a:p>
            <a:pPr lvl="0"/>
            <a:r>
              <a:rPr lang="nl-BE" dirty="0"/>
              <a:t>als klein jongetje altijd van</a:t>
            </a:r>
          </a:p>
          <a:p>
            <a:pPr lvl="0"/>
            <a:r>
              <a:rPr lang="nl-BE" dirty="0"/>
              <a:t>gedroomd. Tijd om er samen </a:t>
            </a:r>
          </a:p>
          <a:p>
            <a:pPr lvl="0"/>
            <a:r>
              <a:rPr lang="nl-BE" dirty="0"/>
              <a:t>een kolkend Fort Jan Breydel </a:t>
            </a:r>
          </a:p>
          <a:p>
            <a:pPr lvl="0"/>
            <a:r>
              <a:rPr lang="nl-BE" dirty="0"/>
              <a:t>van te maken</a:t>
            </a:r>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8" name="Tijdelijke aanduiding voor tekst 7">
            <a:extLst>
              <a:ext uri="{FF2B5EF4-FFF2-40B4-BE49-F238E27FC236}">
                <a16:creationId xmlns:a16="http://schemas.microsoft.com/office/drawing/2014/main" id="{09977B30-6C04-737C-DC76-FD605C502107}"/>
              </a:ext>
            </a:extLst>
          </p:cNvPr>
          <p:cNvSpPr>
            <a:spLocks noGrp="1"/>
          </p:cNvSpPr>
          <p:nvPr>
            <p:ph type="body" sz="quarter" idx="15" hasCustomPrompt="1"/>
          </p:nvPr>
        </p:nvSpPr>
        <p:spPr>
          <a:xfrm>
            <a:off x="5765802" y="1336820"/>
            <a:ext cx="996950" cy="1047752"/>
          </a:xfrm>
          <a:prstGeom prst="rect">
            <a:avLst/>
          </a:prstGeom>
        </p:spPr>
        <p:txBody>
          <a:bodyPr/>
          <a:lstStyle>
            <a:lvl1pPr marL="0" indent="0" algn="l">
              <a:buNone/>
              <a:defRPr sz="15000" b="0" i="0">
                <a:solidFill>
                  <a:srgbClr val="91A3C2"/>
                </a:solidFill>
                <a:latin typeface="Söhne Breit Kräftig" panose="020B0505030202060203" pitchFamily="34" charset="77"/>
              </a:defRPr>
            </a:lvl1pPr>
          </a:lstStyle>
          <a:p>
            <a:pPr lvl="0"/>
            <a:r>
              <a:rPr lang="nl-BE" dirty="0"/>
              <a:t>“</a:t>
            </a:r>
          </a:p>
        </p:txBody>
      </p:sp>
      <p:sp>
        <p:nvSpPr>
          <p:cNvPr id="10" name="Tijdelijke aanduiding voor tekst 7">
            <a:extLst>
              <a:ext uri="{FF2B5EF4-FFF2-40B4-BE49-F238E27FC236}">
                <a16:creationId xmlns:a16="http://schemas.microsoft.com/office/drawing/2014/main" id="{010719FB-A588-0B65-54CE-988A94A67DDF}"/>
              </a:ext>
            </a:extLst>
          </p:cNvPr>
          <p:cNvSpPr>
            <a:spLocks noGrp="1"/>
          </p:cNvSpPr>
          <p:nvPr>
            <p:ph type="body" sz="quarter" idx="16" hasCustomPrompt="1"/>
          </p:nvPr>
        </p:nvSpPr>
        <p:spPr>
          <a:xfrm>
            <a:off x="10109302" y="3969129"/>
            <a:ext cx="996950" cy="1047752"/>
          </a:xfrm>
          <a:prstGeom prst="rect">
            <a:avLst/>
          </a:prstGeom>
        </p:spPr>
        <p:txBody>
          <a:bodyPr/>
          <a:lstStyle>
            <a:lvl1pPr marL="0" indent="0" algn="l">
              <a:buNone/>
              <a:defRPr sz="15000" b="0" i="0">
                <a:solidFill>
                  <a:srgbClr val="91A3C2"/>
                </a:solidFill>
                <a:latin typeface="Söhne Breit Kräftig" panose="020B0505030202060203" pitchFamily="34" charset="77"/>
              </a:defRPr>
            </a:lvl1pPr>
          </a:lstStyle>
          <a:p>
            <a:pPr lvl="0"/>
            <a:r>
              <a:rPr lang="nl-BE" dirty="0"/>
              <a:t>”</a:t>
            </a:r>
          </a:p>
        </p:txBody>
      </p:sp>
      <p:sp>
        <p:nvSpPr>
          <p:cNvPr id="11" name="Tijdelijke aanduiding voor tekst 7">
            <a:extLst>
              <a:ext uri="{FF2B5EF4-FFF2-40B4-BE49-F238E27FC236}">
                <a16:creationId xmlns:a16="http://schemas.microsoft.com/office/drawing/2014/main" id="{74A86C17-B5F0-99CC-8B76-2466384A36E5}"/>
              </a:ext>
            </a:extLst>
          </p:cNvPr>
          <p:cNvSpPr>
            <a:spLocks noGrp="1"/>
          </p:cNvSpPr>
          <p:nvPr>
            <p:ph type="body" sz="quarter" idx="17" hasCustomPrompt="1"/>
          </p:nvPr>
        </p:nvSpPr>
        <p:spPr>
          <a:xfrm>
            <a:off x="5179582" y="4679316"/>
            <a:ext cx="7264400" cy="584199"/>
          </a:xfrm>
          <a:prstGeom prst="rect">
            <a:avLst/>
          </a:prstGeom>
        </p:spPr>
        <p:txBody>
          <a:bodyPr/>
          <a:lstStyle>
            <a:lvl1pPr marL="0" indent="0" algn="ctr">
              <a:buNone/>
              <a:defRPr sz="1600" b="0" i="0">
                <a:solidFill>
                  <a:schemeClr val="bg1"/>
                </a:solidFill>
                <a:latin typeface="Söhne Breit Leicht" panose="020B0305030202060203" pitchFamily="34" charset="77"/>
              </a:defRPr>
            </a:lvl1pPr>
          </a:lstStyle>
          <a:p>
            <a:pPr lvl="0"/>
            <a:r>
              <a:rPr lang="nl-BE" dirty="0"/>
              <a:t>Andreas Skov Olsen</a:t>
            </a:r>
          </a:p>
        </p:txBody>
      </p:sp>
    </p:spTree>
    <p:extLst>
      <p:ext uri="{BB962C8B-B14F-4D97-AF65-F5344CB8AC3E}">
        <p14:creationId xmlns:p14="http://schemas.microsoft.com/office/powerpoint/2010/main" val="33210742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kst + ruimte">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2" name="Afbeelding 1">
            <a:extLst>
              <a:ext uri="{FF2B5EF4-FFF2-40B4-BE49-F238E27FC236}">
                <a16:creationId xmlns:a16="http://schemas.microsoft.com/office/drawing/2014/main" id="{79CE418C-DADD-4DF0-7A80-2CDC045A6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13" name="Titel 7">
            <a:extLst>
              <a:ext uri="{FF2B5EF4-FFF2-40B4-BE49-F238E27FC236}">
                <a16:creationId xmlns:a16="http://schemas.microsoft.com/office/drawing/2014/main" id="{7039B23D-7483-EE87-6B67-A35092FA3E79}"/>
              </a:ext>
            </a:extLst>
          </p:cNvPr>
          <p:cNvSpPr>
            <a:spLocks noGrp="1"/>
          </p:cNvSpPr>
          <p:nvPr>
            <p:ph type="title" hasCustomPrompt="1"/>
          </p:nvPr>
        </p:nvSpPr>
        <p:spPr>
          <a:xfrm>
            <a:off x="755904" y="1395713"/>
            <a:ext cx="4319016" cy="4960637"/>
          </a:xfrm>
          <a:prstGeom prst="rect">
            <a:avLst/>
          </a:prstGeom>
        </p:spPr>
        <p:txBody>
          <a:bodyPr/>
          <a:lstStyle>
            <a:lvl1pPr>
              <a:lnSpc>
                <a:spcPct val="70000"/>
              </a:lnSpc>
              <a:defRPr sz="10000" b="1" i="0">
                <a:solidFill>
                  <a:schemeClr val="bg1"/>
                </a:solidFill>
                <a:latin typeface="Söhne Schmal" panose="02060506060206060203" pitchFamily="18" charset="77"/>
              </a:defRPr>
            </a:lvl1pPr>
          </a:lstStyle>
          <a:p>
            <a:r>
              <a:rPr lang="nl-BE" dirty="0"/>
              <a:t>YOUTH</a:t>
            </a:r>
            <a:br>
              <a:rPr lang="nl-BE" dirty="0"/>
            </a:br>
            <a:r>
              <a:rPr lang="nl-BE" dirty="0"/>
              <a:t>TALENT</a:t>
            </a:r>
            <a:br>
              <a:rPr lang="nl-BE" dirty="0"/>
            </a:br>
            <a:r>
              <a:rPr lang="nl-BE" dirty="0"/>
              <a:t>DRIVE</a:t>
            </a:r>
            <a:br>
              <a:rPr lang="nl-BE" dirty="0"/>
            </a:br>
            <a:r>
              <a:rPr lang="nl-BE" dirty="0"/>
              <a:t>POWER</a:t>
            </a:r>
          </a:p>
        </p:txBody>
      </p:sp>
      <p:sp>
        <p:nvSpPr>
          <p:cNvPr id="15" name="Tijdelijke aanduiding voor tekst 20">
            <a:extLst>
              <a:ext uri="{FF2B5EF4-FFF2-40B4-BE49-F238E27FC236}">
                <a16:creationId xmlns:a16="http://schemas.microsoft.com/office/drawing/2014/main" id="{DB26778A-2285-8D82-D36E-99805C4332D6}"/>
              </a:ext>
            </a:extLst>
          </p:cNvPr>
          <p:cNvSpPr>
            <a:spLocks noGrp="1"/>
          </p:cNvSpPr>
          <p:nvPr>
            <p:ph type="body" sz="quarter" idx="16" hasCustomPrompt="1"/>
          </p:nvPr>
        </p:nvSpPr>
        <p:spPr>
          <a:xfrm>
            <a:off x="806218" y="867066"/>
            <a:ext cx="4319016" cy="327043"/>
          </a:xfrm>
          <a:prstGeom prst="rect">
            <a:avLst/>
          </a:prstGeom>
        </p:spPr>
        <p:txBody>
          <a:bodyPr/>
          <a:lstStyle>
            <a:lvl1pPr marL="0" indent="0">
              <a:buNone/>
              <a:defRPr sz="1400" b="0" i="0">
                <a:solidFill>
                  <a:srgbClr val="91A3C2"/>
                </a:solidFill>
                <a:latin typeface="Söhne Breit" panose="020B0505030202060203" pitchFamily="34" charset="77"/>
              </a:defRPr>
            </a:lvl1pPr>
          </a:lstStyle>
          <a:p>
            <a:pPr lvl="0"/>
            <a:r>
              <a:rPr lang="nl-NL" dirty="0"/>
              <a:t>Dis een subtitel - Grafiek</a:t>
            </a:r>
            <a:endParaRPr lang="nl-BE" dirty="0"/>
          </a:p>
        </p:txBody>
      </p:sp>
    </p:spTree>
    <p:extLst>
      <p:ext uri="{BB962C8B-B14F-4D97-AF65-F5344CB8AC3E}">
        <p14:creationId xmlns:p14="http://schemas.microsoft.com/office/powerpoint/2010/main" val="207985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pen Dia">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948562" y="582082"/>
            <a:ext cx="5284597" cy="600012"/>
          </a:xfrm>
          <a:prstGeom prst="rect">
            <a:avLst/>
          </a:prstGeom>
        </p:spPr>
        <p:txBody>
          <a:bodyPr/>
          <a:lstStyle>
            <a:lvl1pPr marL="0" indent="0" algn="l">
              <a:buNone/>
              <a:defRPr sz="4800" b="0" i="0">
                <a:solidFill>
                  <a:schemeClr val="bg1"/>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948561" y="1282233"/>
            <a:ext cx="5284598" cy="365126"/>
          </a:xfrm>
          <a:prstGeom prst="rect">
            <a:avLst/>
          </a:prstGeom>
        </p:spPr>
        <p:txBody>
          <a:bodyPr/>
          <a:lstStyle>
            <a:lvl1pPr marL="0" indent="0" algn="l">
              <a:buNone/>
              <a:defRPr sz="1600" b="0" i="0">
                <a:solidFill>
                  <a:srgbClr val="91A3C2"/>
                </a:solidFill>
                <a:latin typeface="Söhne Breit Leicht" panose="020B0305030202060203" pitchFamily="34" charset="77"/>
              </a:defRPr>
            </a:lvl1pPr>
          </a:lstStyle>
          <a:p>
            <a:pPr lvl="0"/>
            <a:r>
              <a:rPr lang="nl-BE" dirty="0"/>
              <a:t>Subtitel</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Tree>
    <p:extLst>
      <p:ext uri="{BB962C8B-B14F-4D97-AF65-F5344CB8AC3E}">
        <p14:creationId xmlns:p14="http://schemas.microsoft.com/office/powerpoint/2010/main" val="8849038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kst + foto's">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811402" y="1418759"/>
            <a:ext cx="5284597" cy="600012"/>
          </a:xfrm>
          <a:prstGeom prst="rect">
            <a:avLst/>
          </a:prstGeom>
        </p:spPr>
        <p:txBody>
          <a:bodyPr/>
          <a:lstStyle>
            <a:lvl1pPr marL="0" indent="0" algn="ctr">
              <a:buNone/>
              <a:defRPr sz="4800" b="0" i="0">
                <a:solidFill>
                  <a:schemeClr val="bg1"/>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811403" y="1053633"/>
            <a:ext cx="5284598" cy="365126"/>
          </a:xfrm>
          <a:prstGeom prst="rect">
            <a:avLst/>
          </a:prstGeom>
        </p:spPr>
        <p:txBody>
          <a:bodyPr/>
          <a:lstStyle>
            <a:lvl1pPr marL="0" indent="0" algn="ctr">
              <a:buNone/>
              <a:defRPr sz="1600" b="0" i="0">
                <a:solidFill>
                  <a:srgbClr val="0672FF"/>
                </a:solidFill>
                <a:latin typeface="Söhne Breit Leicht" panose="020B0305030202060203" pitchFamily="34" charset="77"/>
              </a:defRPr>
            </a:lvl1pPr>
          </a:lstStyle>
          <a:p>
            <a:pPr lvl="0"/>
            <a:r>
              <a:rPr lang="nl-BE" dirty="0"/>
              <a:t>Subtitel</a:t>
            </a:r>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1972" y="177715"/>
            <a:ext cx="784259" cy="863600"/>
          </a:xfrm>
          <a:prstGeom prst="rect">
            <a:avLst/>
          </a:prstGeom>
        </p:spPr>
      </p:pic>
      <p:sp>
        <p:nvSpPr>
          <p:cNvPr id="7" name="Tijdelijke aanduiding voor tekst 7">
            <a:extLst>
              <a:ext uri="{FF2B5EF4-FFF2-40B4-BE49-F238E27FC236}">
                <a16:creationId xmlns:a16="http://schemas.microsoft.com/office/drawing/2014/main" id="{5BAAA3E6-E10F-F91B-0D1C-24AFB416FB1D}"/>
              </a:ext>
            </a:extLst>
          </p:cNvPr>
          <p:cNvSpPr>
            <a:spLocks noGrp="1"/>
          </p:cNvSpPr>
          <p:nvPr>
            <p:ph type="body" sz="quarter" idx="15" hasCustomPrompt="1"/>
          </p:nvPr>
        </p:nvSpPr>
        <p:spPr>
          <a:xfrm>
            <a:off x="811403" y="2268990"/>
            <a:ext cx="5284597"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chemeClr val="bg1"/>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sp>
        <p:nvSpPr>
          <p:cNvPr id="12" name="Tijdelijke aanduiding voor afbeelding 11">
            <a:extLst>
              <a:ext uri="{FF2B5EF4-FFF2-40B4-BE49-F238E27FC236}">
                <a16:creationId xmlns:a16="http://schemas.microsoft.com/office/drawing/2014/main" id="{2A4DD884-616F-6606-3D48-5D631704EA2B}"/>
              </a:ext>
            </a:extLst>
          </p:cNvPr>
          <p:cNvSpPr>
            <a:spLocks noGrp="1"/>
          </p:cNvSpPr>
          <p:nvPr>
            <p:ph type="pic" sz="quarter" idx="16"/>
          </p:nvPr>
        </p:nvSpPr>
        <p:spPr>
          <a:xfrm>
            <a:off x="6619875" y="0"/>
            <a:ext cx="5572125" cy="3429000"/>
          </a:xfrm>
          <a:prstGeom prst="rect">
            <a:avLst/>
          </a:prstGeom>
        </p:spPr>
        <p:txBody>
          <a:bodyPr/>
          <a:lstStyle/>
          <a:p>
            <a:endParaRPr lang="nl-BE"/>
          </a:p>
        </p:txBody>
      </p:sp>
      <p:sp>
        <p:nvSpPr>
          <p:cNvPr id="13" name="Tijdelijke aanduiding voor afbeelding 11">
            <a:extLst>
              <a:ext uri="{FF2B5EF4-FFF2-40B4-BE49-F238E27FC236}">
                <a16:creationId xmlns:a16="http://schemas.microsoft.com/office/drawing/2014/main" id="{EFF319BF-194E-6022-3B68-2FD3A321334D}"/>
              </a:ext>
            </a:extLst>
          </p:cNvPr>
          <p:cNvSpPr>
            <a:spLocks noGrp="1"/>
          </p:cNvSpPr>
          <p:nvPr>
            <p:ph type="pic" sz="quarter" idx="17"/>
          </p:nvPr>
        </p:nvSpPr>
        <p:spPr>
          <a:xfrm>
            <a:off x="6619875" y="3429000"/>
            <a:ext cx="5572125" cy="3429000"/>
          </a:xfrm>
          <a:prstGeom prst="rect">
            <a:avLst/>
          </a:prstGeom>
        </p:spPr>
        <p:txBody>
          <a:bodyPr/>
          <a:lstStyle/>
          <a:p>
            <a:endParaRPr lang="nl-BE"/>
          </a:p>
        </p:txBody>
      </p:sp>
    </p:spTree>
    <p:extLst>
      <p:ext uri="{BB962C8B-B14F-4D97-AF65-F5344CB8AC3E}">
        <p14:creationId xmlns:p14="http://schemas.microsoft.com/office/powerpoint/2010/main" val="24095918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kst + foto + bulletpoint">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srcRect/>
          <a:stretch/>
        </p:blipFill>
        <p:spPr>
          <a:xfrm>
            <a:off x="11151972" y="177715"/>
            <a:ext cx="784258" cy="863600"/>
          </a:xfrm>
          <a:prstGeom prst="rect">
            <a:avLst/>
          </a:prstGeom>
        </p:spPr>
      </p:pic>
      <p:sp>
        <p:nvSpPr>
          <p:cNvPr id="4" name="Tijdelijke aanduiding voor afbeelding 3">
            <a:extLst>
              <a:ext uri="{FF2B5EF4-FFF2-40B4-BE49-F238E27FC236}">
                <a16:creationId xmlns:a16="http://schemas.microsoft.com/office/drawing/2014/main" id="{23B4284F-2DB7-0972-022D-987DF9B43E82}"/>
              </a:ext>
            </a:extLst>
          </p:cNvPr>
          <p:cNvSpPr>
            <a:spLocks noGrp="1"/>
          </p:cNvSpPr>
          <p:nvPr>
            <p:ph type="pic" sz="quarter" idx="13"/>
          </p:nvPr>
        </p:nvSpPr>
        <p:spPr>
          <a:xfrm>
            <a:off x="5667153" y="850605"/>
            <a:ext cx="2342991" cy="5071730"/>
          </a:xfrm>
          <a:prstGeom prst="rect">
            <a:avLst/>
          </a:prstGeom>
        </p:spPr>
        <p:txBody>
          <a:bodyPr/>
          <a:lstStyle/>
          <a:p>
            <a:endParaRPr lang="nl-BE"/>
          </a:p>
        </p:txBody>
      </p:sp>
      <p:sp>
        <p:nvSpPr>
          <p:cNvPr id="11" name="Tijdelijke aanduiding voor tekst 7">
            <a:extLst>
              <a:ext uri="{FF2B5EF4-FFF2-40B4-BE49-F238E27FC236}">
                <a16:creationId xmlns:a16="http://schemas.microsoft.com/office/drawing/2014/main" id="{A5729902-0054-5F75-1245-7ADAA09F45A2}"/>
              </a:ext>
            </a:extLst>
          </p:cNvPr>
          <p:cNvSpPr>
            <a:spLocks noGrp="1"/>
          </p:cNvSpPr>
          <p:nvPr>
            <p:ph type="body" sz="quarter" idx="14" hasCustomPrompt="1"/>
          </p:nvPr>
        </p:nvSpPr>
        <p:spPr>
          <a:xfrm>
            <a:off x="811402" y="1359843"/>
            <a:ext cx="5284597" cy="600012"/>
          </a:xfrm>
          <a:prstGeom prst="rect">
            <a:avLst/>
          </a:prstGeom>
        </p:spPr>
        <p:txBody>
          <a:bodyPr/>
          <a:lstStyle>
            <a:lvl1pPr marL="0" indent="0" algn="l">
              <a:buNone/>
              <a:defRPr sz="4800" b="0" i="0">
                <a:solidFill>
                  <a:schemeClr val="bg1"/>
                </a:solidFill>
                <a:latin typeface="Söhne Breit Kräftig" panose="020B0505030202060203" pitchFamily="34" charset="77"/>
              </a:defRPr>
            </a:lvl1pPr>
          </a:lstStyle>
          <a:p>
            <a:pPr lvl="0"/>
            <a:r>
              <a:rPr lang="nl-BE" dirty="0"/>
              <a:t>Hoofdtitel</a:t>
            </a:r>
          </a:p>
        </p:txBody>
      </p:sp>
      <p:sp>
        <p:nvSpPr>
          <p:cNvPr id="14" name="Tijdelijke aanduiding voor tekst 7">
            <a:extLst>
              <a:ext uri="{FF2B5EF4-FFF2-40B4-BE49-F238E27FC236}">
                <a16:creationId xmlns:a16="http://schemas.microsoft.com/office/drawing/2014/main" id="{2A6CEA59-8824-B1F7-1373-39235E988838}"/>
              </a:ext>
            </a:extLst>
          </p:cNvPr>
          <p:cNvSpPr>
            <a:spLocks noGrp="1"/>
          </p:cNvSpPr>
          <p:nvPr>
            <p:ph type="body" sz="quarter" idx="15" hasCustomPrompt="1"/>
          </p:nvPr>
        </p:nvSpPr>
        <p:spPr>
          <a:xfrm>
            <a:off x="811403" y="1053633"/>
            <a:ext cx="5284598" cy="365126"/>
          </a:xfrm>
          <a:prstGeom prst="rect">
            <a:avLst/>
          </a:prstGeom>
        </p:spPr>
        <p:txBody>
          <a:bodyPr/>
          <a:lstStyle>
            <a:lvl1pPr marL="0" indent="0" algn="l">
              <a:buNone/>
              <a:defRPr sz="1600" b="0" i="0">
                <a:solidFill>
                  <a:srgbClr val="91A3C2"/>
                </a:solidFill>
                <a:latin typeface="Söhne Breit Leicht" panose="020B0305030202060203" pitchFamily="34" charset="77"/>
              </a:defRPr>
            </a:lvl1pPr>
          </a:lstStyle>
          <a:p>
            <a:pPr lvl="0"/>
            <a:r>
              <a:rPr lang="nl-BE" dirty="0"/>
              <a:t>Subtitel</a:t>
            </a:r>
          </a:p>
        </p:txBody>
      </p:sp>
      <p:sp>
        <p:nvSpPr>
          <p:cNvPr id="15" name="Tijdelijke aanduiding voor tekst 7">
            <a:extLst>
              <a:ext uri="{FF2B5EF4-FFF2-40B4-BE49-F238E27FC236}">
                <a16:creationId xmlns:a16="http://schemas.microsoft.com/office/drawing/2014/main" id="{0310F649-2916-8036-4CDB-F8EC3F4376F1}"/>
              </a:ext>
            </a:extLst>
          </p:cNvPr>
          <p:cNvSpPr>
            <a:spLocks noGrp="1"/>
          </p:cNvSpPr>
          <p:nvPr>
            <p:ph type="body" sz="quarter" idx="16" hasCustomPrompt="1"/>
          </p:nvPr>
        </p:nvSpPr>
        <p:spPr>
          <a:xfrm>
            <a:off x="811404" y="2268990"/>
            <a:ext cx="4186800"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chemeClr val="bg1"/>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pic>
        <p:nvPicPr>
          <p:cNvPr id="16" name="Afbeelding 15">
            <a:extLst>
              <a:ext uri="{FF2B5EF4-FFF2-40B4-BE49-F238E27FC236}">
                <a16:creationId xmlns:a16="http://schemas.microsoft.com/office/drawing/2014/main" id="{9C0D07CE-6F04-8ED0-9DCE-686858D52C2D}"/>
              </a:ext>
            </a:extLst>
          </p:cNvPr>
          <p:cNvPicPr>
            <a:picLocks noChangeAspect="1"/>
          </p:cNvPicPr>
          <p:nvPr userDrawn="1"/>
        </p:nvPicPr>
        <p:blipFill>
          <a:blip r:embed="rId3"/>
          <a:stretch>
            <a:fillRect/>
          </a:stretch>
        </p:blipFill>
        <p:spPr>
          <a:xfrm rot="16200000">
            <a:off x="8660158" y="1559872"/>
            <a:ext cx="265551" cy="199953"/>
          </a:xfrm>
          <a:prstGeom prst="rect">
            <a:avLst/>
          </a:prstGeom>
        </p:spPr>
      </p:pic>
      <p:sp>
        <p:nvSpPr>
          <p:cNvPr id="19" name="Tijdelijke aanduiding voor tekst 8">
            <a:extLst>
              <a:ext uri="{FF2B5EF4-FFF2-40B4-BE49-F238E27FC236}">
                <a16:creationId xmlns:a16="http://schemas.microsoft.com/office/drawing/2014/main" id="{C891E1D0-093E-8E41-B4C6-4D703D043516}"/>
              </a:ext>
            </a:extLst>
          </p:cNvPr>
          <p:cNvSpPr>
            <a:spLocks noGrp="1"/>
          </p:cNvSpPr>
          <p:nvPr>
            <p:ph type="body" sz="quarter" idx="17" hasCustomPrompt="1"/>
          </p:nvPr>
        </p:nvSpPr>
        <p:spPr>
          <a:xfrm>
            <a:off x="8993751" y="1500961"/>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pic>
        <p:nvPicPr>
          <p:cNvPr id="24" name="Afbeelding 23">
            <a:extLst>
              <a:ext uri="{FF2B5EF4-FFF2-40B4-BE49-F238E27FC236}">
                <a16:creationId xmlns:a16="http://schemas.microsoft.com/office/drawing/2014/main" id="{53728C5A-5ABA-19CA-3B0A-275CDE80FC7C}"/>
              </a:ext>
            </a:extLst>
          </p:cNvPr>
          <p:cNvPicPr>
            <a:picLocks noChangeAspect="1"/>
          </p:cNvPicPr>
          <p:nvPr userDrawn="1"/>
        </p:nvPicPr>
        <p:blipFill>
          <a:blip r:embed="rId3"/>
          <a:stretch>
            <a:fillRect/>
          </a:stretch>
        </p:blipFill>
        <p:spPr>
          <a:xfrm rot="16200000">
            <a:off x="8660158" y="2279539"/>
            <a:ext cx="265551" cy="199953"/>
          </a:xfrm>
          <a:prstGeom prst="rect">
            <a:avLst/>
          </a:prstGeom>
        </p:spPr>
      </p:pic>
      <p:pic>
        <p:nvPicPr>
          <p:cNvPr id="25" name="Afbeelding 24">
            <a:extLst>
              <a:ext uri="{FF2B5EF4-FFF2-40B4-BE49-F238E27FC236}">
                <a16:creationId xmlns:a16="http://schemas.microsoft.com/office/drawing/2014/main" id="{0B21D9F1-2CED-3FC1-0D65-DBA8A8E7D8C8}"/>
              </a:ext>
            </a:extLst>
          </p:cNvPr>
          <p:cNvPicPr>
            <a:picLocks noChangeAspect="1"/>
          </p:cNvPicPr>
          <p:nvPr userDrawn="1"/>
        </p:nvPicPr>
        <p:blipFill>
          <a:blip r:embed="rId3"/>
          <a:stretch>
            <a:fillRect/>
          </a:stretch>
        </p:blipFill>
        <p:spPr>
          <a:xfrm rot="16200000">
            <a:off x="8660158" y="2999206"/>
            <a:ext cx="265551" cy="199953"/>
          </a:xfrm>
          <a:prstGeom prst="rect">
            <a:avLst/>
          </a:prstGeom>
        </p:spPr>
      </p:pic>
      <p:pic>
        <p:nvPicPr>
          <p:cNvPr id="26" name="Afbeelding 25">
            <a:extLst>
              <a:ext uri="{FF2B5EF4-FFF2-40B4-BE49-F238E27FC236}">
                <a16:creationId xmlns:a16="http://schemas.microsoft.com/office/drawing/2014/main" id="{CDB772F0-DE57-071C-4BDF-A14876AF10E7}"/>
              </a:ext>
            </a:extLst>
          </p:cNvPr>
          <p:cNvPicPr>
            <a:picLocks noChangeAspect="1"/>
          </p:cNvPicPr>
          <p:nvPr userDrawn="1"/>
        </p:nvPicPr>
        <p:blipFill>
          <a:blip r:embed="rId3"/>
          <a:stretch>
            <a:fillRect/>
          </a:stretch>
        </p:blipFill>
        <p:spPr>
          <a:xfrm rot="16200000">
            <a:off x="8660158" y="3744272"/>
            <a:ext cx="265551" cy="199953"/>
          </a:xfrm>
          <a:prstGeom prst="rect">
            <a:avLst/>
          </a:prstGeom>
        </p:spPr>
      </p:pic>
      <p:pic>
        <p:nvPicPr>
          <p:cNvPr id="27" name="Afbeelding 26">
            <a:extLst>
              <a:ext uri="{FF2B5EF4-FFF2-40B4-BE49-F238E27FC236}">
                <a16:creationId xmlns:a16="http://schemas.microsoft.com/office/drawing/2014/main" id="{75AA7266-74F8-59A8-3FF4-3556C1796105}"/>
              </a:ext>
            </a:extLst>
          </p:cNvPr>
          <p:cNvPicPr>
            <a:picLocks noChangeAspect="1"/>
          </p:cNvPicPr>
          <p:nvPr userDrawn="1"/>
        </p:nvPicPr>
        <p:blipFill>
          <a:blip r:embed="rId3"/>
          <a:stretch>
            <a:fillRect/>
          </a:stretch>
        </p:blipFill>
        <p:spPr>
          <a:xfrm rot="16200000">
            <a:off x="8660158" y="4438539"/>
            <a:ext cx="265551" cy="199953"/>
          </a:xfrm>
          <a:prstGeom prst="rect">
            <a:avLst/>
          </a:prstGeom>
        </p:spPr>
      </p:pic>
      <p:pic>
        <p:nvPicPr>
          <p:cNvPr id="28" name="Afbeelding 27">
            <a:extLst>
              <a:ext uri="{FF2B5EF4-FFF2-40B4-BE49-F238E27FC236}">
                <a16:creationId xmlns:a16="http://schemas.microsoft.com/office/drawing/2014/main" id="{56DBAEB0-819A-FF30-23A7-C19A08D29B88}"/>
              </a:ext>
            </a:extLst>
          </p:cNvPr>
          <p:cNvPicPr>
            <a:picLocks noChangeAspect="1"/>
          </p:cNvPicPr>
          <p:nvPr userDrawn="1"/>
        </p:nvPicPr>
        <p:blipFill>
          <a:blip r:embed="rId3"/>
          <a:stretch>
            <a:fillRect/>
          </a:stretch>
        </p:blipFill>
        <p:spPr>
          <a:xfrm rot="16200000">
            <a:off x="8660158" y="5132806"/>
            <a:ext cx="265551" cy="199953"/>
          </a:xfrm>
          <a:prstGeom prst="rect">
            <a:avLst/>
          </a:prstGeom>
        </p:spPr>
      </p:pic>
      <p:sp>
        <p:nvSpPr>
          <p:cNvPr id="29" name="Tijdelijke aanduiding voor tekst 8">
            <a:extLst>
              <a:ext uri="{FF2B5EF4-FFF2-40B4-BE49-F238E27FC236}">
                <a16:creationId xmlns:a16="http://schemas.microsoft.com/office/drawing/2014/main" id="{8445340E-DCC7-AD3D-A890-9E45CF2FE1A4}"/>
              </a:ext>
            </a:extLst>
          </p:cNvPr>
          <p:cNvSpPr>
            <a:spLocks noGrp="1"/>
          </p:cNvSpPr>
          <p:nvPr>
            <p:ph type="body" sz="quarter" idx="18" hasCustomPrompt="1"/>
          </p:nvPr>
        </p:nvSpPr>
        <p:spPr>
          <a:xfrm>
            <a:off x="8993751" y="2212161"/>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0" name="Tijdelijke aanduiding voor tekst 8">
            <a:extLst>
              <a:ext uri="{FF2B5EF4-FFF2-40B4-BE49-F238E27FC236}">
                <a16:creationId xmlns:a16="http://schemas.microsoft.com/office/drawing/2014/main" id="{C0240BE6-481F-53C9-0FC2-0D53506526AB}"/>
              </a:ext>
            </a:extLst>
          </p:cNvPr>
          <p:cNvSpPr>
            <a:spLocks noGrp="1"/>
          </p:cNvSpPr>
          <p:nvPr>
            <p:ph type="body" sz="quarter" idx="19" hasCustomPrompt="1"/>
          </p:nvPr>
        </p:nvSpPr>
        <p:spPr>
          <a:xfrm>
            <a:off x="8993751" y="2931827"/>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1" name="Tijdelijke aanduiding voor tekst 8">
            <a:extLst>
              <a:ext uri="{FF2B5EF4-FFF2-40B4-BE49-F238E27FC236}">
                <a16:creationId xmlns:a16="http://schemas.microsoft.com/office/drawing/2014/main" id="{D0E35679-BB6A-1AD1-7A15-456193D455E1}"/>
              </a:ext>
            </a:extLst>
          </p:cNvPr>
          <p:cNvSpPr>
            <a:spLocks noGrp="1"/>
          </p:cNvSpPr>
          <p:nvPr>
            <p:ph type="body" sz="quarter" idx="20" hasCustomPrompt="1"/>
          </p:nvPr>
        </p:nvSpPr>
        <p:spPr>
          <a:xfrm>
            <a:off x="8993751" y="3659960"/>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2" name="Tijdelijke aanduiding voor tekst 8">
            <a:extLst>
              <a:ext uri="{FF2B5EF4-FFF2-40B4-BE49-F238E27FC236}">
                <a16:creationId xmlns:a16="http://schemas.microsoft.com/office/drawing/2014/main" id="{01343B1B-B656-8114-5C36-2B9298EA74E0}"/>
              </a:ext>
            </a:extLst>
          </p:cNvPr>
          <p:cNvSpPr>
            <a:spLocks noGrp="1"/>
          </p:cNvSpPr>
          <p:nvPr>
            <p:ph type="body" sz="quarter" idx="21" hasCustomPrompt="1"/>
          </p:nvPr>
        </p:nvSpPr>
        <p:spPr>
          <a:xfrm>
            <a:off x="8993751" y="4371160"/>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3" name="Tijdelijke aanduiding voor tekst 8">
            <a:extLst>
              <a:ext uri="{FF2B5EF4-FFF2-40B4-BE49-F238E27FC236}">
                <a16:creationId xmlns:a16="http://schemas.microsoft.com/office/drawing/2014/main" id="{0898407A-B0DE-2D02-1698-909143124CF9}"/>
              </a:ext>
            </a:extLst>
          </p:cNvPr>
          <p:cNvSpPr>
            <a:spLocks noGrp="1"/>
          </p:cNvSpPr>
          <p:nvPr>
            <p:ph type="body" sz="quarter" idx="22" hasCustomPrompt="1"/>
          </p:nvPr>
        </p:nvSpPr>
        <p:spPr>
          <a:xfrm>
            <a:off x="8993751" y="5090827"/>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Tree>
    <p:extLst>
      <p:ext uri="{BB962C8B-B14F-4D97-AF65-F5344CB8AC3E}">
        <p14:creationId xmlns:p14="http://schemas.microsoft.com/office/powerpoint/2010/main" val="42214580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pen Dia + foto">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75F83755-D3D4-48B9-C77B-ED0E5E3A8447}"/>
              </a:ext>
            </a:extLst>
          </p:cNvPr>
          <p:cNvSpPr/>
          <p:nvPr userDrawn="1"/>
        </p:nvSpPr>
        <p:spPr>
          <a:xfrm>
            <a:off x="6812280" y="0"/>
            <a:ext cx="5379720" cy="6858000"/>
          </a:xfrm>
          <a:prstGeom prst="rect">
            <a:avLst/>
          </a:prstGeom>
          <a:solidFill>
            <a:srgbClr val="06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dirty="0"/>
              <a:t>WE ARE NXT</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pic>
        <p:nvPicPr>
          <p:cNvPr id="10" name="Afbeelding 9">
            <a:extLst>
              <a:ext uri="{FF2B5EF4-FFF2-40B4-BE49-F238E27FC236}">
                <a16:creationId xmlns:a16="http://schemas.microsoft.com/office/drawing/2014/main" id="{10DC9E49-0775-E4FA-920E-526DE88F7A6B}"/>
              </a:ext>
            </a:extLst>
          </p:cNvPr>
          <p:cNvPicPr>
            <a:picLocks noChangeAspect="1"/>
          </p:cNvPicPr>
          <p:nvPr userDrawn="1"/>
        </p:nvPicPr>
        <p:blipFill>
          <a:blip r:embed="rId2"/>
          <a:srcRect/>
          <a:stretch/>
        </p:blipFill>
        <p:spPr>
          <a:xfrm>
            <a:off x="11151972" y="177715"/>
            <a:ext cx="784258" cy="863600"/>
          </a:xfrm>
          <a:prstGeom prst="rect">
            <a:avLst/>
          </a:prstGeom>
        </p:spPr>
      </p:pic>
      <p:sp>
        <p:nvSpPr>
          <p:cNvPr id="11" name="Tijdelijke aanduiding voor tekst 7">
            <a:extLst>
              <a:ext uri="{FF2B5EF4-FFF2-40B4-BE49-F238E27FC236}">
                <a16:creationId xmlns:a16="http://schemas.microsoft.com/office/drawing/2014/main" id="{A5729902-0054-5F75-1245-7ADAA09F45A2}"/>
              </a:ext>
            </a:extLst>
          </p:cNvPr>
          <p:cNvSpPr>
            <a:spLocks noGrp="1"/>
          </p:cNvSpPr>
          <p:nvPr>
            <p:ph type="body" sz="quarter" idx="14" hasCustomPrompt="1"/>
          </p:nvPr>
        </p:nvSpPr>
        <p:spPr>
          <a:xfrm>
            <a:off x="811402" y="1359843"/>
            <a:ext cx="5284597" cy="600012"/>
          </a:xfrm>
          <a:prstGeom prst="rect">
            <a:avLst/>
          </a:prstGeom>
        </p:spPr>
        <p:txBody>
          <a:bodyPr/>
          <a:lstStyle>
            <a:lvl1pPr marL="0" indent="0" algn="l">
              <a:buNone/>
              <a:defRPr sz="4800" b="0" i="0">
                <a:solidFill>
                  <a:schemeClr val="bg1"/>
                </a:solidFill>
                <a:latin typeface="Söhne Breit Kräftig" panose="020B0505030202060203" pitchFamily="34" charset="77"/>
              </a:defRPr>
            </a:lvl1pPr>
          </a:lstStyle>
          <a:p>
            <a:pPr lvl="0"/>
            <a:r>
              <a:rPr lang="nl-BE" dirty="0"/>
              <a:t>Hoofdtitel</a:t>
            </a:r>
          </a:p>
        </p:txBody>
      </p:sp>
      <p:sp>
        <p:nvSpPr>
          <p:cNvPr id="14" name="Tijdelijke aanduiding voor tekst 7">
            <a:extLst>
              <a:ext uri="{FF2B5EF4-FFF2-40B4-BE49-F238E27FC236}">
                <a16:creationId xmlns:a16="http://schemas.microsoft.com/office/drawing/2014/main" id="{2A6CEA59-8824-B1F7-1373-39235E988838}"/>
              </a:ext>
            </a:extLst>
          </p:cNvPr>
          <p:cNvSpPr>
            <a:spLocks noGrp="1"/>
          </p:cNvSpPr>
          <p:nvPr>
            <p:ph type="body" sz="quarter" idx="15" hasCustomPrompt="1"/>
          </p:nvPr>
        </p:nvSpPr>
        <p:spPr>
          <a:xfrm>
            <a:off x="811403" y="1053633"/>
            <a:ext cx="5284598" cy="365126"/>
          </a:xfrm>
          <a:prstGeom prst="rect">
            <a:avLst/>
          </a:prstGeom>
        </p:spPr>
        <p:txBody>
          <a:bodyPr/>
          <a:lstStyle>
            <a:lvl1pPr marL="0" indent="0" algn="l">
              <a:buNone/>
              <a:defRPr sz="1600" b="0" i="0">
                <a:solidFill>
                  <a:srgbClr val="91A3C2"/>
                </a:solidFill>
                <a:latin typeface="Söhne Breit Leicht" panose="020B0305030202060203" pitchFamily="34" charset="77"/>
              </a:defRPr>
            </a:lvl1pPr>
          </a:lstStyle>
          <a:p>
            <a:pPr lvl="0"/>
            <a:r>
              <a:rPr lang="nl-BE" dirty="0"/>
              <a:t>Subtitel</a:t>
            </a:r>
          </a:p>
        </p:txBody>
      </p:sp>
      <p:sp>
        <p:nvSpPr>
          <p:cNvPr id="7" name="Tijdelijke aanduiding voor afbeelding 6">
            <a:extLst>
              <a:ext uri="{FF2B5EF4-FFF2-40B4-BE49-F238E27FC236}">
                <a16:creationId xmlns:a16="http://schemas.microsoft.com/office/drawing/2014/main" id="{96344B2A-B49D-45C1-D9F0-6A85CF215EDC}"/>
              </a:ext>
            </a:extLst>
          </p:cNvPr>
          <p:cNvSpPr>
            <a:spLocks noGrp="1"/>
          </p:cNvSpPr>
          <p:nvPr>
            <p:ph type="pic" sz="quarter" idx="16"/>
          </p:nvPr>
        </p:nvSpPr>
        <p:spPr>
          <a:xfrm>
            <a:off x="6811963" y="0"/>
            <a:ext cx="5380037" cy="6858000"/>
          </a:xfrm>
          <a:prstGeom prst="rect">
            <a:avLst/>
          </a:prstGeom>
          <a:solidFill>
            <a:schemeClr val="tx1"/>
          </a:solidFill>
        </p:spPr>
        <p:txBody>
          <a:bodyPr/>
          <a:lstStyle/>
          <a:p>
            <a:endParaRPr lang="nl-BE"/>
          </a:p>
        </p:txBody>
      </p:sp>
    </p:spTree>
    <p:extLst>
      <p:ext uri="{BB962C8B-B14F-4D97-AF65-F5344CB8AC3E}">
        <p14:creationId xmlns:p14="http://schemas.microsoft.com/office/powerpoint/2010/main" val="192277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e titel en tekst">
    <p:spTree>
      <p:nvGrpSpPr>
        <p:cNvPr id="1" name=""/>
        <p:cNvGrpSpPr/>
        <p:nvPr/>
      </p:nvGrpSpPr>
      <p:grpSpPr>
        <a:xfrm>
          <a:off x="0" y="0"/>
          <a:ext cx="0" cy="0"/>
          <a:chOff x="0" y="0"/>
          <a:chExt cx="0" cy="0"/>
        </a:xfrm>
      </p:grpSpPr>
      <p:pic>
        <p:nvPicPr>
          <p:cNvPr id="9" name="Afbeelding 8">
            <a:extLst>
              <a:ext uri="{FF2B5EF4-FFF2-40B4-BE49-F238E27FC236}">
                <a16:creationId xmlns:a16="http://schemas.microsoft.com/office/drawing/2014/main" id="{4ED511AF-EE22-994F-299E-8BFF00BECF85}"/>
              </a:ext>
            </a:extLst>
          </p:cNvPr>
          <p:cNvPicPr>
            <a:picLocks noChangeAspect="1"/>
          </p:cNvPicPr>
          <p:nvPr userDrawn="1"/>
        </p:nvPicPr>
        <p:blipFill>
          <a:blip r:embed="rId2"/>
          <a:stretch>
            <a:fillRect/>
          </a:stretch>
        </p:blipFill>
        <p:spPr>
          <a:xfrm>
            <a:off x="2209800" y="994578"/>
            <a:ext cx="7772400" cy="4868844"/>
          </a:xfrm>
          <a:prstGeom prst="rect">
            <a:avLst/>
          </a:prstGeom>
        </p:spPr>
      </p:pic>
    </p:spTree>
    <p:extLst>
      <p:ext uri="{BB962C8B-B14F-4D97-AF65-F5344CB8AC3E}">
        <p14:creationId xmlns:p14="http://schemas.microsoft.com/office/powerpoint/2010/main" val="19706900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eldia - Optie 0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A76C98F7-5EA2-9E03-131C-34CC30F6B1D1}"/>
              </a:ext>
            </a:extLst>
          </p:cNvPr>
          <p:cNvPicPr>
            <a:picLocks noChangeAspect="1"/>
          </p:cNvPicPr>
          <p:nvPr userDrawn="1"/>
        </p:nvPicPr>
        <p:blipFill rotWithShape="1">
          <a:blip r:embed="rId2">
            <a:alphaModFix amt="25000"/>
          </a:blip>
          <a:srcRect l="27382" t="12766" r="28443" b="12766"/>
          <a:stretch/>
        </p:blipFill>
        <p:spPr>
          <a:xfrm>
            <a:off x="1" y="-1"/>
            <a:ext cx="12192000" cy="6858001"/>
          </a:xfrm>
          <a:prstGeom prst="rect">
            <a:avLst/>
          </a:prstGeom>
          <a:noFill/>
        </p:spPr>
      </p:pic>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rgbClr val="B4DEE8"/>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chemeClr val="bg1"/>
                </a:solidFill>
                <a:latin typeface="Söhne Breit Kräftig" panose="020B0505030202060203" pitchFamily="34" charset="77"/>
              </a:defRPr>
            </a:lvl1pPr>
          </a:lstStyle>
          <a:p>
            <a:pPr lvl="0"/>
            <a:r>
              <a:rPr lang="nl-BE" dirty="0"/>
              <a:t>Dit is een subtitel</a:t>
            </a:r>
          </a:p>
        </p:txBody>
      </p:sp>
      <p:pic>
        <p:nvPicPr>
          <p:cNvPr id="4" name="Picture 3">
            <a:extLst>
              <a:ext uri="{FF2B5EF4-FFF2-40B4-BE49-F238E27FC236}">
                <a16:creationId xmlns:a16="http://schemas.microsoft.com/office/drawing/2014/main" id="{41DACC7F-8D27-7A92-9C23-4321DC7B1752}"/>
              </a:ext>
            </a:extLst>
          </p:cNvPr>
          <p:cNvPicPr>
            <a:picLocks noChangeAspect="1"/>
          </p:cNvPicPr>
          <p:nvPr userDrawn="1"/>
        </p:nvPicPr>
        <p:blipFill>
          <a:blip r:embed="rId3"/>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3239184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eldia - Optie 02">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3292E892-2D10-74F0-6149-4A8B0A5408AF}"/>
              </a:ext>
            </a:extLst>
          </p:cNvPr>
          <p:cNvPicPr>
            <a:picLocks noChangeAspect="1"/>
          </p:cNvPicPr>
          <p:nvPr userDrawn="1"/>
        </p:nvPicPr>
        <p:blipFill rotWithShape="1">
          <a:blip r:embed="rId2">
            <a:alphaModFix amt="25000"/>
          </a:blip>
          <a:srcRect l="12413" t="7413" r="11198" b="7413"/>
          <a:stretch/>
        </p:blipFill>
        <p:spPr>
          <a:xfrm>
            <a:off x="0" y="0"/>
            <a:ext cx="12192000" cy="6858000"/>
          </a:xfrm>
          <a:prstGeom prst="rect">
            <a:avLst/>
          </a:prstGeom>
        </p:spPr>
      </p:pic>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solidFill>
                  <a:srgbClr val="B4DEE8"/>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F4F6F9"/>
                </a:solidFill>
                <a:latin typeface="Söhne Breit Kräftig" panose="020B0505030202060203" pitchFamily="34" charset="77"/>
              </a:defRPr>
            </a:lvl1pPr>
          </a:lstStyle>
          <a:p>
            <a:pPr lvl="0"/>
            <a:r>
              <a:rPr lang="nl-BE" dirty="0"/>
              <a:t>Dit is een subtitel</a:t>
            </a:r>
          </a:p>
        </p:txBody>
      </p:sp>
      <p:pic>
        <p:nvPicPr>
          <p:cNvPr id="2" name="Picture 1">
            <a:extLst>
              <a:ext uri="{FF2B5EF4-FFF2-40B4-BE49-F238E27FC236}">
                <a16:creationId xmlns:a16="http://schemas.microsoft.com/office/drawing/2014/main" id="{AC859E2A-D35E-EAE8-3A52-591E474C14E0}"/>
              </a:ext>
            </a:extLst>
          </p:cNvPr>
          <p:cNvPicPr>
            <a:picLocks noChangeAspect="1"/>
          </p:cNvPicPr>
          <p:nvPr userDrawn="1"/>
        </p:nvPicPr>
        <p:blipFill>
          <a:blip r:embed="rId3"/>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40563294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eldia - Optie 02">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08A8F125-0823-DDAE-64C7-CCFC092011B1}"/>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5F30C9AC-C10E-0F49-9DD8-C6F47BC26E7D}"/>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tel 7">
            <a:extLst>
              <a:ext uri="{FF2B5EF4-FFF2-40B4-BE49-F238E27FC236}">
                <a16:creationId xmlns:a16="http://schemas.microsoft.com/office/drawing/2014/main" id="{462054CA-C60E-EC2F-9F66-E343CE56C294}"/>
              </a:ext>
            </a:extLst>
          </p:cNvPr>
          <p:cNvSpPr>
            <a:spLocks noGrp="1"/>
          </p:cNvSpPr>
          <p:nvPr>
            <p:ph type="title" hasCustomPrompt="1"/>
          </p:nvPr>
        </p:nvSpPr>
        <p:spPr>
          <a:xfrm>
            <a:off x="838200" y="889086"/>
            <a:ext cx="10515600" cy="4090687"/>
          </a:xfrm>
          <a:prstGeom prst="rect">
            <a:avLst/>
          </a:prstGeom>
        </p:spPr>
        <p:txBody>
          <a:bodyPr/>
          <a:lstStyle>
            <a:lvl1pPr>
              <a:lnSpc>
                <a:spcPct val="70000"/>
              </a:lnSpc>
              <a:defRPr sz="20000" b="1" i="0">
                <a:ln>
                  <a:noFill/>
                </a:ln>
                <a:solidFill>
                  <a:srgbClr val="B4DEE8"/>
                </a:solidFill>
                <a:latin typeface="Söhne Schmal" panose="02060506060206060203" pitchFamily="18" charset="77"/>
              </a:defRPr>
            </a:lvl1pPr>
          </a:lstStyle>
          <a:p>
            <a:r>
              <a:rPr lang="nl-BE" dirty="0"/>
              <a:t>TITEL</a:t>
            </a:r>
            <a:br>
              <a:rPr lang="nl-BE" dirty="0"/>
            </a:br>
            <a:r>
              <a:rPr lang="nl-BE" dirty="0"/>
              <a:t>HIER</a:t>
            </a:r>
          </a:p>
        </p:txBody>
      </p:sp>
      <p:sp>
        <p:nvSpPr>
          <p:cNvPr id="14" name="Tijdelijke aanduiding voor tekst 13">
            <a:extLst>
              <a:ext uri="{FF2B5EF4-FFF2-40B4-BE49-F238E27FC236}">
                <a16:creationId xmlns:a16="http://schemas.microsoft.com/office/drawing/2014/main" id="{F48807EE-87E2-B851-2357-3C7C38F29482}"/>
              </a:ext>
            </a:extLst>
          </p:cNvPr>
          <p:cNvSpPr>
            <a:spLocks noGrp="1"/>
          </p:cNvSpPr>
          <p:nvPr>
            <p:ph type="body" sz="quarter" idx="13" hasCustomPrompt="1"/>
          </p:nvPr>
        </p:nvSpPr>
        <p:spPr>
          <a:xfrm>
            <a:off x="838200" y="5078413"/>
            <a:ext cx="6575425" cy="914400"/>
          </a:xfrm>
          <a:prstGeom prst="rect">
            <a:avLst/>
          </a:prstGeom>
        </p:spPr>
        <p:txBody>
          <a:bodyPr/>
          <a:lstStyle>
            <a:lvl1pPr marL="0" indent="0">
              <a:buNone/>
              <a:defRPr b="0" i="0">
                <a:solidFill>
                  <a:srgbClr val="F4F6F9"/>
                </a:solidFill>
                <a:latin typeface="Söhne Breit Kräftig" panose="020B0505030202060203" pitchFamily="34" charset="77"/>
              </a:defRPr>
            </a:lvl1pPr>
          </a:lstStyle>
          <a:p>
            <a:pPr lvl="0"/>
            <a:r>
              <a:rPr lang="nl-BE" dirty="0"/>
              <a:t>Dit is een subtitel</a:t>
            </a:r>
          </a:p>
        </p:txBody>
      </p:sp>
      <p:pic>
        <p:nvPicPr>
          <p:cNvPr id="2" name="Picture 1">
            <a:extLst>
              <a:ext uri="{FF2B5EF4-FFF2-40B4-BE49-F238E27FC236}">
                <a16:creationId xmlns:a16="http://schemas.microsoft.com/office/drawing/2014/main" id="{E40999EA-D67D-07B7-7969-9EFA3AF4E075}"/>
              </a:ext>
            </a:extLst>
          </p:cNvPr>
          <p:cNvPicPr>
            <a:picLocks noChangeAspect="1"/>
          </p:cNvPicPr>
          <p:nvPr userDrawn="1"/>
        </p:nvPicPr>
        <p:blipFill>
          <a:blip r:embed="rId2"/>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10742126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leidin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2585ABDC-CC14-D480-3EA6-D6ABF1DE2933}"/>
              </a:ext>
            </a:extLst>
          </p:cNvPr>
          <p:cNvSpPr>
            <a:spLocks noGrp="1"/>
          </p:cNvSpPr>
          <p:nvPr>
            <p:ph type="pic" sz="quarter" idx="13"/>
          </p:nvPr>
        </p:nvSpPr>
        <p:spPr>
          <a:xfrm>
            <a:off x="0" y="0"/>
            <a:ext cx="5429250" cy="6858000"/>
          </a:xfrm>
          <a:prstGeom prst="rect">
            <a:avLst/>
          </a:prstGeom>
          <a:solidFill>
            <a:schemeClr val="tx1"/>
          </a:solidFill>
        </p:spPr>
        <p:txBody>
          <a:bodyPr/>
          <a:lstStyle>
            <a:lvl1pPr>
              <a:defRPr>
                <a:ln>
                  <a:solidFill>
                    <a:sysClr val="windowText" lastClr="000000"/>
                  </a:solidFill>
                </a:ln>
                <a:solidFill>
                  <a:sysClr val="windowText" lastClr="000000"/>
                </a:solidFill>
              </a:defRPr>
            </a:lvl1pPr>
          </a:lstStyle>
          <a:p>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9" name="Tijdelijke aanduiding voor tekst 8">
            <a:extLst>
              <a:ext uri="{FF2B5EF4-FFF2-40B4-BE49-F238E27FC236}">
                <a16:creationId xmlns:a16="http://schemas.microsoft.com/office/drawing/2014/main" id="{D5BAB11B-EACE-84D3-EC0E-C9204FECEA8C}"/>
              </a:ext>
            </a:extLst>
          </p:cNvPr>
          <p:cNvSpPr>
            <a:spLocks noGrp="1"/>
          </p:cNvSpPr>
          <p:nvPr>
            <p:ph type="body" sz="quarter" idx="14" hasCustomPrompt="1"/>
          </p:nvPr>
        </p:nvSpPr>
        <p:spPr>
          <a:xfrm>
            <a:off x="6815359" y="2710551"/>
            <a:ext cx="1879542" cy="2775849"/>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6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 </a:t>
            </a:r>
          </a:p>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Hoofdstuk</a:t>
            </a:r>
          </a:p>
          <a:p>
            <a:pPr lvl="0"/>
            <a:endParaRPr lang="nl-NL" dirty="0"/>
          </a:p>
          <a:p>
            <a:pPr lvl="0"/>
            <a:endParaRPr lang="nl-BE" dirty="0"/>
          </a:p>
        </p:txBody>
      </p:sp>
      <p:sp>
        <p:nvSpPr>
          <p:cNvPr id="21" name="Tijdelijke aanduiding voor tekst 20">
            <a:extLst>
              <a:ext uri="{FF2B5EF4-FFF2-40B4-BE49-F238E27FC236}">
                <a16:creationId xmlns:a16="http://schemas.microsoft.com/office/drawing/2014/main" id="{DD9AF9FF-82F0-F7F7-FC54-F5EF32807D11}"/>
              </a:ext>
            </a:extLst>
          </p:cNvPr>
          <p:cNvSpPr>
            <a:spLocks noGrp="1"/>
          </p:cNvSpPr>
          <p:nvPr>
            <p:ph type="body" sz="quarter" idx="15" hasCustomPrompt="1"/>
          </p:nvPr>
        </p:nvSpPr>
        <p:spPr>
          <a:xfrm>
            <a:off x="6050010" y="711262"/>
            <a:ext cx="5289782" cy="1238202"/>
          </a:xfrm>
          <a:prstGeom prst="rect">
            <a:avLst/>
          </a:prstGeom>
        </p:spPr>
        <p:txBody>
          <a:bodyPr/>
          <a:lstStyle>
            <a:lvl1pPr marL="0" indent="0">
              <a:buNone/>
              <a:defRPr sz="9600" b="1" i="0">
                <a:solidFill>
                  <a:schemeClr val="bg1"/>
                </a:solidFill>
                <a:latin typeface="Söhne Schmal Halbfett" panose="02060506060206060203" pitchFamily="18" charset="77"/>
              </a:defRPr>
            </a:lvl1pPr>
          </a:lstStyle>
          <a:p>
            <a:pPr lvl="0"/>
            <a:r>
              <a:rPr lang="nl-NL" dirty="0"/>
              <a:t>ONDERWERP</a:t>
            </a:r>
            <a:endParaRPr lang="nl-BE" dirty="0"/>
          </a:p>
        </p:txBody>
      </p:sp>
      <p:sp>
        <p:nvSpPr>
          <p:cNvPr id="4" name="Tijdelijke aanduiding voor tekst 20">
            <a:extLst>
              <a:ext uri="{FF2B5EF4-FFF2-40B4-BE49-F238E27FC236}">
                <a16:creationId xmlns:a16="http://schemas.microsoft.com/office/drawing/2014/main" id="{E62BC80B-30C7-87F5-9B85-E680EE7B7D1C}"/>
              </a:ext>
            </a:extLst>
          </p:cNvPr>
          <p:cNvSpPr>
            <a:spLocks noGrp="1"/>
          </p:cNvSpPr>
          <p:nvPr>
            <p:ph type="body" sz="quarter" idx="16" hasCustomPrompt="1"/>
          </p:nvPr>
        </p:nvSpPr>
        <p:spPr>
          <a:xfrm>
            <a:off x="6050010" y="1897719"/>
            <a:ext cx="5289782" cy="327043"/>
          </a:xfrm>
          <a:prstGeom prst="rect">
            <a:avLst/>
          </a:prstGeom>
        </p:spPr>
        <p:txBody>
          <a:bodyPr/>
          <a:lstStyle>
            <a:lvl1pPr marL="0" indent="0">
              <a:buNone/>
              <a:defRPr sz="1400" b="0" i="0">
                <a:solidFill>
                  <a:srgbClr val="B4DEE8"/>
                </a:solidFill>
                <a:latin typeface="Söhne Breit" panose="020B0505030202060203" pitchFamily="34" charset="77"/>
              </a:defRPr>
            </a:lvl1pPr>
          </a:lstStyle>
          <a:p>
            <a:pPr lvl="0"/>
            <a:r>
              <a:rPr lang="nl-NL" dirty="0"/>
              <a:t>No </a:t>
            </a:r>
            <a:r>
              <a:rPr lang="nl-NL" dirty="0" err="1"/>
              <a:t>Sweat</a:t>
            </a:r>
            <a:r>
              <a:rPr lang="nl-NL" dirty="0"/>
              <a:t> No </a:t>
            </a:r>
            <a:r>
              <a:rPr lang="nl-NL" dirty="0" err="1"/>
              <a:t>Glory</a:t>
            </a:r>
            <a:endParaRPr lang="nl-BE" dirty="0"/>
          </a:p>
        </p:txBody>
      </p:sp>
      <p:sp>
        <p:nvSpPr>
          <p:cNvPr id="20" name="Tijdelijke aanduiding voor tekst 8">
            <a:extLst>
              <a:ext uri="{FF2B5EF4-FFF2-40B4-BE49-F238E27FC236}">
                <a16:creationId xmlns:a16="http://schemas.microsoft.com/office/drawing/2014/main" id="{D7C82AFB-3DB9-C3B7-C2BF-1FCDE2E396DE}"/>
              </a:ext>
            </a:extLst>
          </p:cNvPr>
          <p:cNvSpPr>
            <a:spLocks noGrp="1"/>
          </p:cNvSpPr>
          <p:nvPr>
            <p:ph type="body" sz="quarter" idx="17" hasCustomPrompt="1"/>
          </p:nvPr>
        </p:nvSpPr>
        <p:spPr>
          <a:xfrm>
            <a:off x="6274189" y="2710551"/>
            <a:ext cx="587054" cy="2775849"/>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600" b="0" i="0">
                <a:ln>
                  <a:noFill/>
                </a:ln>
                <a:solidFill>
                  <a:schemeClr val="bg1"/>
                </a:solidFill>
                <a:latin typeface="Söhne Breit Leicht" panose="020B03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01</a:t>
            </a:r>
          </a:p>
          <a:p>
            <a:pPr lvl="0"/>
            <a:r>
              <a:rPr lang="nl-NL" dirty="0"/>
              <a:t>02</a:t>
            </a:r>
          </a:p>
          <a:p>
            <a:pPr lvl="0"/>
            <a:r>
              <a:rPr lang="nl-NL" dirty="0"/>
              <a:t>03</a:t>
            </a:r>
          </a:p>
          <a:p>
            <a:pPr lvl="0"/>
            <a:r>
              <a:rPr lang="nl-NL" dirty="0"/>
              <a:t>04</a:t>
            </a:r>
          </a:p>
          <a:p>
            <a:pPr lvl="0"/>
            <a:r>
              <a:rPr lang="nl-NL" dirty="0"/>
              <a:t>05</a:t>
            </a:r>
          </a:p>
          <a:p>
            <a:pPr lvl="0"/>
            <a:r>
              <a:rPr lang="nl-NL" dirty="0"/>
              <a:t>06</a:t>
            </a:r>
          </a:p>
          <a:p>
            <a:pPr lvl="0"/>
            <a:r>
              <a:rPr lang="nl-NL" dirty="0"/>
              <a:t>07</a:t>
            </a:r>
          </a:p>
          <a:p>
            <a:pPr lvl="0"/>
            <a:r>
              <a:rPr lang="nl-NL" dirty="0"/>
              <a:t>08</a:t>
            </a:r>
            <a:endParaRPr lang="nl-BE" dirty="0"/>
          </a:p>
        </p:txBody>
      </p:sp>
      <p:pic>
        <p:nvPicPr>
          <p:cNvPr id="7" name="Picture 6">
            <a:extLst>
              <a:ext uri="{FF2B5EF4-FFF2-40B4-BE49-F238E27FC236}">
                <a16:creationId xmlns:a16="http://schemas.microsoft.com/office/drawing/2014/main" id="{18F41FBE-8A3F-E1DD-9CC3-927DEBE8A683}"/>
              </a:ext>
            </a:extLst>
          </p:cNvPr>
          <p:cNvPicPr>
            <a:picLocks noChangeAspect="1"/>
          </p:cNvPicPr>
          <p:nvPr userDrawn="1"/>
        </p:nvPicPr>
        <p:blipFill>
          <a:blip r:embed="rId2"/>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6262669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jfer-Groot">
    <p:bg>
      <p:bgPr>
        <a:solidFill>
          <a:srgbClr val="B4DEE8"/>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2463800" y="790575"/>
            <a:ext cx="7264400" cy="4114800"/>
          </a:xfrm>
          <a:prstGeom prst="rect">
            <a:avLst/>
          </a:prstGeom>
        </p:spPr>
        <p:txBody>
          <a:bodyPr/>
          <a:lstStyle>
            <a:lvl1pPr marL="0" indent="0" algn="ctr">
              <a:buNone/>
              <a:defRPr sz="40000" b="1" i="0">
                <a:solidFill>
                  <a:srgbClr val="191E25"/>
                </a:solidFill>
                <a:latin typeface="Söhne Schmal Fett" panose="02060506060206060203" pitchFamily="18" charset="77"/>
              </a:defRPr>
            </a:lvl1pPr>
          </a:lstStyle>
          <a:p>
            <a:pPr lvl="0"/>
            <a:r>
              <a:rPr lang="nl-BE" dirty="0"/>
              <a:t>3X</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5194300"/>
            <a:ext cx="7264400" cy="584199"/>
          </a:xfrm>
          <a:prstGeom prst="rect">
            <a:avLst/>
          </a:prstGeom>
        </p:spPr>
        <p:txBody>
          <a:bodyPr/>
          <a:lstStyle>
            <a:lvl1pPr marL="0" indent="0" algn="ctr">
              <a:buNone/>
              <a:defRPr sz="2000" b="0" i="0">
                <a:solidFill>
                  <a:schemeClr val="bg1"/>
                </a:solidFill>
                <a:latin typeface="Söhne Breit" panose="020B0505030202060203" pitchFamily="34" charset="77"/>
              </a:defRPr>
            </a:lvl1pPr>
          </a:lstStyle>
          <a:p>
            <a:pPr lvl="0"/>
            <a:r>
              <a:rPr lang="nl-BE" dirty="0"/>
              <a:t>Kampioen van België in de laatste 4 jaar.</a:t>
            </a:r>
          </a:p>
        </p:txBody>
      </p:sp>
      <p:pic>
        <p:nvPicPr>
          <p:cNvPr id="3" name="Picture 2">
            <a:extLst>
              <a:ext uri="{FF2B5EF4-FFF2-40B4-BE49-F238E27FC236}">
                <a16:creationId xmlns:a16="http://schemas.microsoft.com/office/drawing/2014/main" id="{0948CB37-CB12-584E-70E2-C1DB805F1326}"/>
              </a:ext>
            </a:extLst>
          </p:cNvPr>
          <p:cNvPicPr>
            <a:picLocks noChangeAspect="1"/>
          </p:cNvPicPr>
          <p:nvPr userDrawn="1"/>
        </p:nvPicPr>
        <p:blipFill>
          <a:blip r:embed="rId2"/>
          <a:stretch>
            <a:fillRect/>
          </a:stretch>
        </p:blipFill>
        <p:spPr>
          <a:xfrm>
            <a:off x="11219603" y="270207"/>
            <a:ext cx="648996" cy="766734"/>
          </a:xfrm>
          <a:prstGeom prst="rect">
            <a:avLst/>
          </a:prstGeom>
        </p:spPr>
      </p:pic>
    </p:spTree>
    <p:extLst>
      <p:ext uri="{BB962C8B-B14F-4D97-AF65-F5344CB8AC3E}">
        <p14:creationId xmlns:p14="http://schemas.microsoft.com/office/powerpoint/2010/main" val="29135568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ijfer-Groot">
    <p:bg>
      <p:bgPr>
        <a:solidFill>
          <a:srgbClr val="0D121A"/>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2463800" y="790575"/>
            <a:ext cx="7264400" cy="4114800"/>
          </a:xfrm>
          <a:prstGeom prst="rect">
            <a:avLst/>
          </a:prstGeom>
        </p:spPr>
        <p:txBody>
          <a:bodyPr/>
          <a:lstStyle>
            <a:lvl1pPr marL="0" indent="0" algn="ctr">
              <a:buNone/>
              <a:defRPr sz="40000" b="1" i="0">
                <a:solidFill>
                  <a:srgbClr val="B4DEE8"/>
                </a:solidFill>
                <a:latin typeface="Söhne Schmal Fett" panose="02060506060206060203" pitchFamily="18" charset="77"/>
              </a:defRPr>
            </a:lvl1pPr>
          </a:lstStyle>
          <a:p>
            <a:pPr lvl="0"/>
            <a:r>
              <a:rPr lang="nl-BE" dirty="0"/>
              <a:t>3X</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5194300"/>
            <a:ext cx="7264400" cy="584199"/>
          </a:xfrm>
          <a:prstGeom prst="rect">
            <a:avLst/>
          </a:prstGeom>
        </p:spPr>
        <p:txBody>
          <a:bodyPr/>
          <a:lstStyle>
            <a:lvl1pPr marL="0" indent="0" algn="ctr">
              <a:buNone/>
              <a:defRPr sz="2000" b="0" i="0">
                <a:solidFill>
                  <a:schemeClr val="bg1"/>
                </a:solidFill>
                <a:latin typeface="Söhne Breit" panose="020B0505030202060203" pitchFamily="34" charset="77"/>
              </a:defRPr>
            </a:lvl1pPr>
          </a:lstStyle>
          <a:p>
            <a:pPr lvl="0"/>
            <a:r>
              <a:rPr lang="nl-BE" dirty="0"/>
              <a:t>Kampioen van België in de laatste 4 jaar.</a:t>
            </a:r>
          </a:p>
        </p:txBody>
      </p:sp>
      <p:pic>
        <p:nvPicPr>
          <p:cNvPr id="2" name="Picture 1">
            <a:extLst>
              <a:ext uri="{FF2B5EF4-FFF2-40B4-BE49-F238E27FC236}">
                <a16:creationId xmlns:a16="http://schemas.microsoft.com/office/drawing/2014/main" id="{C846D5AE-B0FD-51C6-725D-F72FD126F693}"/>
              </a:ext>
            </a:extLst>
          </p:cNvPr>
          <p:cNvPicPr>
            <a:picLocks noChangeAspect="1"/>
          </p:cNvPicPr>
          <p:nvPr userDrawn="1"/>
        </p:nvPicPr>
        <p:blipFill>
          <a:blip r:embed="rId2"/>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5606396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 Optie 01">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1162050" y="1695448"/>
            <a:ext cx="9867900" cy="2914651"/>
          </a:xfrm>
          <a:prstGeom prst="rect">
            <a:avLst/>
          </a:prstGeom>
        </p:spPr>
        <p:txBody>
          <a:bodyPr/>
          <a:lstStyle>
            <a:lvl1pPr marL="0" indent="0" algn="ctr">
              <a:buNone/>
              <a:defRPr sz="3200" b="0" i="0">
                <a:solidFill>
                  <a:schemeClr val="bg1"/>
                </a:solidFill>
                <a:latin typeface="Söhne Breit Kräftig" panose="020B0505030202060203" pitchFamily="34" charset="77"/>
              </a:defRPr>
            </a:lvl1pPr>
          </a:lstStyle>
          <a:p>
            <a:pPr lvl="0"/>
            <a:r>
              <a:rPr lang="nl-BE" dirty="0"/>
              <a:t>Eindelijk mijn eerste keer </a:t>
            </a:r>
          </a:p>
          <a:p>
            <a:pPr lvl="0"/>
            <a:r>
              <a:rPr lang="nl-BE" dirty="0"/>
              <a:t>Champions League, daar heb ik </a:t>
            </a:r>
          </a:p>
          <a:p>
            <a:pPr lvl="0"/>
            <a:r>
              <a:rPr lang="nl-BE" dirty="0"/>
              <a:t>als klein jongetje altijd van gedroomd. </a:t>
            </a:r>
          </a:p>
          <a:p>
            <a:pPr lvl="0"/>
            <a:r>
              <a:rPr lang="nl-BE" dirty="0"/>
              <a:t>Tijd om er samen een kolkend </a:t>
            </a:r>
          </a:p>
          <a:p>
            <a:pPr lvl="0"/>
            <a:r>
              <a:rPr lang="nl-BE" dirty="0"/>
              <a:t>Fort Jan Breydel van te maken</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2463800" y="4933948"/>
            <a:ext cx="7264400" cy="584199"/>
          </a:xfrm>
          <a:prstGeom prst="rect">
            <a:avLst/>
          </a:prstGeom>
        </p:spPr>
        <p:txBody>
          <a:bodyPr/>
          <a:lstStyle>
            <a:lvl1pPr marL="0" indent="0" algn="ctr">
              <a:buNone/>
              <a:defRPr sz="1600" b="0" i="0">
                <a:solidFill>
                  <a:schemeClr val="bg1"/>
                </a:solidFill>
                <a:latin typeface="Söhne Breit Leicht" panose="020B0305030202060203" pitchFamily="34" charset="77"/>
              </a:defRPr>
            </a:lvl1pPr>
          </a:lstStyle>
          <a:p>
            <a:pPr lvl="0"/>
            <a:r>
              <a:rPr lang="nl-BE" dirty="0"/>
              <a:t>Andreas Skov Olsen</a:t>
            </a:r>
          </a:p>
        </p:txBody>
      </p:sp>
      <p:sp>
        <p:nvSpPr>
          <p:cNvPr id="2" name="Tijdelijke aanduiding voor tekst 7">
            <a:extLst>
              <a:ext uri="{FF2B5EF4-FFF2-40B4-BE49-F238E27FC236}">
                <a16:creationId xmlns:a16="http://schemas.microsoft.com/office/drawing/2014/main" id="{5C0F220E-5757-57EC-C21D-C8FC491C77A6}"/>
              </a:ext>
            </a:extLst>
          </p:cNvPr>
          <p:cNvSpPr>
            <a:spLocks noGrp="1"/>
          </p:cNvSpPr>
          <p:nvPr>
            <p:ph type="body" sz="quarter" idx="15" hasCustomPrompt="1"/>
          </p:nvPr>
        </p:nvSpPr>
        <p:spPr>
          <a:xfrm>
            <a:off x="2349500" y="1371599"/>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4" name="Tijdelijke aanduiding voor tekst 7">
            <a:extLst>
              <a:ext uri="{FF2B5EF4-FFF2-40B4-BE49-F238E27FC236}">
                <a16:creationId xmlns:a16="http://schemas.microsoft.com/office/drawing/2014/main" id="{59D28FA6-15F6-346A-DAC9-E7A249DEB39C}"/>
              </a:ext>
            </a:extLst>
          </p:cNvPr>
          <p:cNvSpPr>
            <a:spLocks noGrp="1"/>
          </p:cNvSpPr>
          <p:nvPr>
            <p:ph type="body" sz="quarter" idx="16" hasCustomPrompt="1"/>
          </p:nvPr>
        </p:nvSpPr>
        <p:spPr>
          <a:xfrm>
            <a:off x="9613900" y="3851273"/>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pic>
        <p:nvPicPr>
          <p:cNvPr id="3" name="Picture 2">
            <a:extLst>
              <a:ext uri="{FF2B5EF4-FFF2-40B4-BE49-F238E27FC236}">
                <a16:creationId xmlns:a16="http://schemas.microsoft.com/office/drawing/2014/main" id="{04FE22D6-F109-BAB3-236B-9892ED21A1D1}"/>
              </a:ext>
            </a:extLst>
          </p:cNvPr>
          <p:cNvPicPr>
            <a:picLocks noChangeAspect="1"/>
          </p:cNvPicPr>
          <p:nvPr userDrawn="1"/>
        </p:nvPicPr>
        <p:blipFill>
          <a:blip r:embed="rId2"/>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24542365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 Optie 02">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2585ABDC-CC14-D480-3EA6-D6ABF1DE2933}"/>
              </a:ext>
            </a:extLst>
          </p:cNvPr>
          <p:cNvSpPr>
            <a:spLocks noGrp="1"/>
          </p:cNvSpPr>
          <p:nvPr>
            <p:ph type="pic" sz="quarter" idx="13"/>
          </p:nvPr>
        </p:nvSpPr>
        <p:spPr>
          <a:xfrm>
            <a:off x="0" y="0"/>
            <a:ext cx="5429250" cy="6858000"/>
          </a:xfrm>
          <a:prstGeom prst="rect">
            <a:avLst/>
          </a:prstGeom>
          <a:solidFill>
            <a:schemeClr val="tx1"/>
          </a:solidFill>
        </p:spPr>
        <p:txBody>
          <a:bodyPr/>
          <a:lstStyle>
            <a:lvl1pPr>
              <a:defRPr>
                <a:ln>
                  <a:solidFill>
                    <a:sysClr val="windowText" lastClr="000000"/>
                  </a:solidFill>
                </a:ln>
                <a:solidFill>
                  <a:sysClr val="windowText" lastClr="000000"/>
                </a:solidFill>
              </a:defRPr>
            </a:lvl1pPr>
          </a:lstStyle>
          <a:p>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9" name="Tijdelijke aanduiding voor tekst 8">
            <a:extLst>
              <a:ext uri="{FF2B5EF4-FFF2-40B4-BE49-F238E27FC236}">
                <a16:creationId xmlns:a16="http://schemas.microsoft.com/office/drawing/2014/main" id="{D5BAB11B-EACE-84D3-EC0E-C9204FECEA8C}"/>
              </a:ext>
            </a:extLst>
          </p:cNvPr>
          <p:cNvSpPr>
            <a:spLocks noGrp="1"/>
          </p:cNvSpPr>
          <p:nvPr>
            <p:ph type="body" sz="quarter" idx="14" hasCustomPrompt="1"/>
          </p:nvPr>
        </p:nvSpPr>
        <p:spPr>
          <a:xfrm>
            <a:off x="5928390" y="1811020"/>
            <a:ext cx="5766785" cy="316039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24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BE" dirty="0"/>
              <a:t>Eindelijk mijn eerste keer </a:t>
            </a:r>
          </a:p>
          <a:p>
            <a:pPr lvl="0"/>
            <a:r>
              <a:rPr lang="nl-BE" dirty="0"/>
              <a:t>Champions League, daar heb ik </a:t>
            </a:r>
          </a:p>
          <a:p>
            <a:pPr lvl="0"/>
            <a:r>
              <a:rPr lang="nl-BE" dirty="0"/>
              <a:t>als klein jongetje altijd van</a:t>
            </a:r>
          </a:p>
          <a:p>
            <a:pPr lvl="0"/>
            <a:r>
              <a:rPr lang="nl-BE" dirty="0"/>
              <a:t>gedroomd. Tijd om er samen </a:t>
            </a:r>
          </a:p>
          <a:p>
            <a:pPr lvl="0"/>
            <a:r>
              <a:rPr lang="nl-BE" dirty="0"/>
              <a:t>een kolkend Fort Jan Breydel </a:t>
            </a:r>
          </a:p>
          <a:p>
            <a:pPr lvl="0"/>
            <a:r>
              <a:rPr lang="nl-BE" dirty="0"/>
              <a:t>van te maken</a:t>
            </a:r>
          </a:p>
        </p:txBody>
      </p:sp>
      <p:sp>
        <p:nvSpPr>
          <p:cNvPr id="8" name="Tijdelijke aanduiding voor tekst 7">
            <a:extLst>
              <a:ext uri="{FF2B5EF4-FFF2-40B4-BE49-F238E27FC236}">
                <a16:creationId xmlns:a16="http://schemas.microsoft.com/office/drawing/2014/main" id="{09977B30-6C04-737C-DC76-FD605C502107}"/>
              </a:ext>
            </a:extLst>
          </p:cNvPr>
          <p:cNvSpPr>
            <a:spLocks noGrp="1"/>
          </p:cNvSpPr>
          <p:nvPr>
            <p:ph type="body" sz="quarter" idx="15" hasCustomPrompt="1"/>
          </p:nvPr>
        </p:nvSpPr>
        <p:spPr>
          <a:xfrm>
            <a:off x="5765802" y="1336820"/>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10" name="Tijdelijke aanduiding voor tekst 7">
            <a:extLst>
              <a:ext uri="{FF2B5EF4-FFF2-40B4-BE49-F238E27FC236}">
                <a16:creationId xmlns:a16="http://schemas.microsoft.com/office/drawing/2014/main" id="{010719FB-A588-0B65-54CE-988A94A67DDF}"/>
              </a:ext>
            </a:extLst>
          </p:cNvPr>
          <p:cNvSpPr>
            <a:spLocks noGrp="1"/>
          </p:cNvSpPr>
          <p:nvPr>
            <p:ph type="body" sz="quarter" idx="16" hasCustomPrompt="1"/>
          </p:nvPr>
        </p:nvSpPr>
        <p:spPr>
          <a:xfrm>
            <a:off x="10109302" y="3969129"/>
            <a:ext cx="996950" cy="1047752"/>
          </a:xfrm>
          <a:prstGeom prst="rect">
            <a:avLst/>
          </a:prstGeom>
        </p:spPr>
        <p:txBody>
          <a:bodyPr/>
          <a:lstStyle>
            <a:lvl1pPr marL="0" indent="0" algn="l">
              <a:buNone/>
              <a:defRPr sz="15000" b="0" i="0">
                <a:solidFill>
                  <a:srgbClr val="0672FF"/>
                </a:solidFill>
                <a:latin typeface="Söhne Breit Kräftig" panose="020B0505030202060203" pitchFamily="34" charset="77"/>
              </a:defRPr>
            </a:lvl1pPr>
          </a:lstStyle>
          <a:p>
            <a:pPr lvl="0"/>
            <a:r>
              <a:rPr lang="nl-BE" dirty="0"/>
              <a:t>”</a:t>
            </a:r>
          </a:p>
        </p:txBody>
      </p:sp>
      <p:sp>
        <p:nvSpPr>
          <p:cNvPr id="11" name="Tijdelijke aanduiding voor tekst 7">
            <a:extLst>
              <a:ext uri="{FF2B5EF4-FFF2-40B4-BE49-F238E27FC236}">
                <a16:creationId xmlns:a16="http://schemas.microsoft.com/office/drawing/2014/main" id="{74A86C17-B5F0-99CC-8B76-2466384A36E5}"/>
              </a:ext>
            </a:extLst>
          </p:cNvPr>
          <p:cNvSpPr>
            <a:spLocks noGrp="1"/>
          </p:cNvSpPr>
          <p:nvPr>
            <p:ph type="body" sz="quarter" idx="17" hasCustomPrompt="1"/>
          </p:nvPr>
        </p:nvSpPr>
        <p:spPr>
          <a:xfrm>
            <a:off x="5179582" y="4679316"/>
            <a:ext cx="7264400" cy="584199"/>
          </a:xfrm>
          <a:prstGeom prst="rect">
            <a:avLst/>
          </a:prstGeom>
        </p:spPr>
        <p:txBody>
          <a:bodyPr/>
          <a:lstStyle>
            <a:lvl1pPr marL="0" indent="0" algn="ctr">
              <a:buNone/>
              <a:defRPr sz="1600" b="0" i="0">
                <a:solidFill>
                  <a:schemeClr val="bg1"/>
                </a:solidFill>
                <a:latin typeface="Söhne Breit Leicht" panose="020B0305030202060203" pitchFamily="34" charset="77"/>
              </a:defRPr>
            </a:lvl1pPr>
          </a:lstStyle>
          <a:p>
            <a:pPr lvl="0"/>
            <a:r>
              <a:rPr lang="nl-BE" dirty="0"/>
              <a:t>Andreas Skov Olsen</a:t>
            </a:r>
          </a:p>
        </p:txBody>
      </p:sp>
      <p:pic>
        <p:nvPicPr>
          <p:cNvPr id="4" name="Picture 3">
            <a:extLst>
              <a:ext uri="{FF2B5EF4-FFF2-40B4-BE49-F238E27FC236}">
                <a16:creationId xmlns:a16="http://schemas.microsoft.com/office/drawing/2014/main" id="{8FCEE06A-06B3-883E-51B7-A1173644C98C}"/>
              </a:ext>
            </a:extLst>
          </p:cNvPr>
          <p:cNvPicPr>
            <a:picLocks noChangeAspect="1"/>
          </p:cNvPicPr>
          <p:nvPr userDrawn="1"/>
        </p:nvPicPr>
        <p:blipFill>
          <a:blip r:embed="rId2"/>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21421206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kst + ruimte">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588DB2A6-4B6D-000D-84F6-1B70A353294A}"/>
              </a:ext>
            </a:extLst>
          </p:cNvPr>
          <p:cNvSpPr/>
          <p:nvPr userDrawn="1"/>
        </p:nvSpPr>
        <p:spPr>
          <a:xfrm>
            <a:off x="0" y="0"/>
            <a:ext cx="5376672" cy="6858000"/>
          </a:xfrm>
          <a:prstGeom prst="rect">
            <a:avLst/>
          </a:prstGeom>
          <a:solidFill>
            <a:srgbClr val="B4DE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10346337-7C2F-7842-5403-A0D44CAD1968}"/>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9A1C8026-9C38-CB7A-B0A2-8C6153AAA02B}"/>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13" name="Titel 7">
            <a:extLst>
              <a:ext uri="{FF2B5EF4-FFF2-40B4-BE49-F238E27FC236}">
                <a16:creationId xmlns:a16="http://schemas.microsoft.com/office/drawing/2014/main" id="{7039B23D-7483-EE87-6B67-A35092FA3E79}"/>
              </a:ext>
            </a:extLst>
          </p:cNvPr>
          <p:cNvSpPr>
            <a:spLocks noGrp="1"/>
          </p:cNvSpPr>
          <p:nvPr>
            <p:ph type="title" hasCustomPrompt="1"/>
          </p:nvPr>
        </p:nvSpPr>
        <p:spPr>
          <a:xfrm>
            <a:off x="755904" y="1395713"/>
            <a:ext cx="4319016" cy="4960637"/>
          </a:xfrm>
          <a:prstGeom prst="rect">
            <a:avLst/>
          </a:prstGeom>
        </p:spPr>
        <p:txBody>
          <a:bodyPr/>
          <a:lstStyle>
            <a:lvl1pPr>
              <a:lnSpc>
                <a:spcPct val="70000"/>
              </a:lnSpc>
              <a:defRPr sz="10000" b="1" i="0">
                <a:solidFill>
                  <a:schemeClr val="bg1"/>
                </a:solidFill>
                <a:latin typeface="Söhne Schmal" panose="02060506060206060203" pitchFamily="18" charset="77"/>
              </a:defRPr>
            </a:lvl1pPr>
          </a:lstStyle>
          <a:p>
            <a:r>
              <a:rPr lang="nl-BE" dirty="0"/>
              <a:t>NO SWEAT</a:t>
            </a:r>
            <a:br>
              <a:rPr lang="nl-BE" dirty="0"/>
            </a:br>
            <a:r>
              <a:rPr lang="nl-BE" dirty="0"/>
              <a:t>NO GLORY</a:t>
            </a:r>
            <a:br>
              <a:rPr lang="nl-BE" dirty="0"/>
            </a:br>
            <a:r>
              <a:rPr lang="nl-BE" dirty="0"/>
              <a:t>BLUVN</a:t>
            </a:r>
            <a:br>
              <a:rPr lang="nl-BE" dirty="0"/>
            </a:br>
            <a:r>
              <a:rPr lang="nl-BE" dirty="0"/>
              <a:t>GOAN</a:t>
            </a:r>
          </a:p>
        </p:txBody>
      </p:sp>
      <p:sp>
        <p:nvSpPr>
          <p:cNvPr id="15" name="Tijdelijke aanduiding voor tekst 20">
            <a:extLst>
              <a:ext uri="{FF2B5EF4-FFF2-40B4-BE49-F238E27FC236}">
                <a16:creationId xmlns:a16="http://schemas.microsoft.com/office/drawing/2014/main" id="{DB26778A-2285-8D82-D36E-99805C4332D6}"/>
              </a:ext>
            </a:extLst>
          </p:cNvPr>
          <p:cNvSpPr>
            <a:spLocks noGrp="1"/>
          </p:cNvSpPr>
          <p:nvPr>
            <p:ph type="body" sz="quarter" idx="16" hasCustomPrompt="1"/>
          </p:nvPr>
        </p:nvSpPr>
        <p:spPr>
          <a:xfrm>
            <a:off x="806218" y="867066"/>
            <a:ext cx="4319016" cy="327043"/>
          </a:xfrm>
          <a:prstGeom prst="rect">
            <a:avLst/>
          </a:prstGeom>
        </p:spPr>
        <p:txBody>
          <a:bodyPr/>
          <a:lstStyle>
            <a:lvl1pPr marL="0" indent="0">
              <a:buNone/>
              <a:defRPr sz="1400" b="0" i="0">
                <a:solidFill>
                  <a:srgbClr val="0C121A"/>
                </a:solidFill>
                <a:latin typeface="Söhne Breit" panose="020B0505030202060203" pitchFamily="34" charset="77"/>
              </a:defRPr>
            </a:lvl1pPr>
          </a:lstStyle>
          <a:p>
            <a:pPr lvl="0"/>
            <a:r>
              <a:rPr lang="nl-NL" dirty="0"/>
              <a:t>Dis een subtitel - Grafiek</a:t>
            </a:r>
            <a:endParaRPr lang="nl-BE" dirty="0"/>
          </a:p>
        </p:txBody>
      </p:sp>
      <p:pic>
        <p:nvPicPr>
          <p:cNvPr id="3" name="Picture 2">
            <a:extLst>
              <a:ext uri="{FF2B5EF4-FFF2-40B4-BE49-F238E27FC236}">
                <a16:creationId xmlns:a16="http://schemas.microsoft.com/office/drawing/2014/main" id="{8CCF25EF-E54F-9103-C8D4-6CDA447B48B4}"/>
              </a:ext>
            </a:extLst>
          </p:cNvPr>
          <p:cNvPicPr>
            <a:picLocks noChangeAspect="1"/>
          </p:cNvPicPr>
          <p:nvPr userDrawn="1"/>
        </p:nvPicPr>
        <p:blipFill>
          <a:blip r:embed="rId2"/>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36703695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pen Dia">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948562" y="582082"/>
            <a:ext cx="5284597" cy="600012"/>
          </a:xfrm>
          <a:prstGeom prst="rect">
            <a:avLst/>
          </a:prstGeom>
        </p:spPr>
        <p:txBody>
          <a:bodyPr/>
          <a:lstStyle>
            <a:lvl1pPr marL="0" indent="0" algn="l">
              <a:buNone/>
              <a:defRPr sz="4800" b="0" i="0">
                <a:solidFill>
                  <a:srgbClr val="B4DEE8"/>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948561" y="1282233"/>
            <a:ext cx="5284598" cy="365126"/>
          </a:xfrm>
          <a:prstGeom prst="rect">
            <a:avLst/>
          </a:prstGeom>
        </p:spPr>
        <p:txBody>
          <a:bodyPr/>
          <a:lstStyle>
            <a:lvl1pPr marL="0" indent="0" algn="l">
              <a:buNone/>
              <a:defRPr sz="1600" b="0" i="0">
                <a:solidFill>
                  <a:srgbClr val="F4F6F9"/>
                </a:solidFill>
                <a:latin typeface="Söhne Breit Leicht" panose="020B0305030202060203" pitchFamily="34" charset="77"/>
              </a:defRPr>
            </a:lvl1pPr>
          </a:lstStyle>
          <a:p>
            <a:pPr lvl="0"/>
            <a:r>
              <a:rPr lang="nl-BE" dirty="0"/>
              <a:t>Subtitel</a:t>
            </a:r>
          </a:p>
        </p:txBody>
      </p:sp>
      <p:pic>
        <p:nvPicPr>
          <p:cNvPr id="2" name="Picture 1">
            <a:extLst>
              <a:ext uri="{FF2B5EF4-FFF2-40B4-BE49-F238E27FC236}">
                <a16:creationId xmlns:a16="http://schemas.microsoft.com/office/drawing/2014/main" id="{3A1BC816-FAD4-F57B-D5F3-CFFA488CDF22}"/>
              </a:ext>
            </a:extLst>
          </p:cNvPr>
          <p:cNvPicPr>
            <a:picLocks noChangeAspect="1"/>
          </p:cNvPicPr>
          <p:nvPr userDrawn="1"/>
        </p:nvPicPr>
        <p:blipFill>
          <a:blip r:embed="rId2"/>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1043410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Open Dia">
    <p:bg>
      <p:bgPr>
        <a:solidFill>
          <a:srgbClr val="B4DEE8"/>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948562" y="582082"/>
            <a:ext cx="5284597" cy="600012"/>
          </a:xfrm>
          <a:prstGeom prst="rect">
            <a:avLst/>
          </a:prstGeom>
        </p:spPr>
        <p:txBody>
          <a:bodyPr/>
          <a:lstStyle>
            <a:lvl1pPr marL="0" indent="0" algn="l">
              <a:buNone/>
              <a:defRPr sz="4800" b="0" i="0">
                <a:solidFill>
                  <a:srgbClr val="191E25"/>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948561" y="1282233"/>
            <a:ext cx="5284598" cy="365126"/>
          </a:xfrm>
          <a:prstGeom prst="rect">
            <a:avLst/>
          </a:prstGeom>
        </p:spPr>
        <p:txBody>
          <a:bodyPr/>
          <a:lstStyle>
            <a:lvl1pPr marL="0" indent="0" algn="l">
              <a:buNone/>
              <a:defRPr sz="1600" b="0" i="0">
                <a:solidFill>
                  <a:srgbClr val="F4F6F9"/>
                </a:solidFill>
                <a:latin typeface="Söhne Breit Leicht" panose="020B0305030202060203" pitchFamily="34" charset="77"/>
              </a:defRPr>
            </a:lvl1pPr>
          </a:lstStyle>
          <a:p>
            <a:pPr lvl="0"/>
            <a:r>
              <a:rPr lang="nl-BE" dirty="0"/>
              <a:t>Subtitel</a:t>
            </a:r>
          </a:p>
        </p:txBody>
      </p:sp>
      <p:pic>
        <p:nvPicPr>
          <p:cNvPr id="3" name="Picture 2">
            <a:extLst>
              <a:ext uri="{FF2B5EF4-FFF2-40B4-BE49-F238E27FC236}">
                <a16:creationId xmlns:a16="http://schemas.microsoft.com/office/drawing/2014/main" id="{64C2899F-D4DC-0079-5D2E-E805730BDA7C}"/>
              </a:ext>
            </a:extLst>
          </p:cNvPr>
          <p:cNvPicPr>
            <a:picLocks noChangeAspect="1"/>
          </p:cNvPicPr>
          <p:nvPr userDrawn="1"/>
        </p:nvPicPr>
        <p:blipFill>
          <a:blip r:embed="rId2"/>
          <a:stretch>
            <a:fillRect/>
          </a:stretch>
        </p:blipFill>
        <p:spPr>
          <a:xfrm>
            <a:off x="11219603" y="270207"/>
            <a:ext cx="648996" cy="766734"/>
          </a:xfrm>
          <a:prstGeom prst="rect">
            <a:avLst/>
          </a:prstGeom>
        </p:spPr>
      </p:pic>
    </p:spTree>
    <p:extLst>
      <p:ext uri="{BB962C8B-B14F-4D97-AF65-F5344CB8AC3E}">
        <p14:creationId xmlns:p14="http://schemas.microsoft.com/office/powerpoint/2010/main" val="1320274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kst + foto's">
    <p:spTree>
      <p:nvGrpSpPr>
        <p:cNvPr id="1" name=""/>
        <p:cNvGrpSpPr/>
        <p:nvPr/>
      </p:nvGrpSpPr>
      <p:grpSpPr>
        <a:xfrm>
          <a:off x="0" y="0"/>
          <a:ext cx="0" cy="0"/>
          <a:chOff x="0" y="0"/>
          <a:chExt cx="0" cy="0"/>
        </a:xfrm>
      </p:grpSpPr>
      <p:sp>
        <p:nvSpPr>
          <p:cNvPr id="12" name="Tijdelijke aanduiding voor afbeelding 11">
            <a:extLst>
              <a:ext uri="{FF2B5EF4-FFF2-40B4-BE49-F238E27FC236}">
                <a16:creationId xmlns:a16="http://schemas.microsoft.com/office/drawing/2014/main" id="{2A4DD884-616F-6606-3D48-5D631704EA2B}"/>
              </a:ext>
            </a:extLst>
          </p:cNvPr>
          <p:cNvSpPr>
            <a:spLocks noGrp="1"/>
          </p:cNvSpPr>
          <p:nvPr>
            <p:ph type="pic" sz="quarter" idx="16"/>
          </p:nvPr>
        </p:nvSpPr>
        <p:spPr>
          <a:xfrm>
            <a:off x="6619875" y="0"/>
            <a:ext cx="5572125" cy="3429000"/>
          </a:xfrm>
          <a:prstGeom prst="rect">
            <a:avLst/>
          </a:prstGeom>
        </p:spPr>
        <p:txBody>
          <a:bodyPr/>
          <a:lstStyle/>
          <a:p>
            <a:endParaRPr lang="nl-BE"/>
          </a:p>
        </p:txBody>
      </p:sp>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811402" y="1418759"/>
            <a:ext cx="5284597" cy="600012"/>
          </a:xfrm>
          <a:prstGeom prst="rect">
            <a:avLst/>
          </a:prstGeom>
        </p:spPr>
        <p:txBody>
          <a:bodyPr/>
          <a:lstStyle>
            <a:lvl1pPr marL="0" indent="0" algn="ctr">
              <a:buNone/>
              <a:defRPr sz="4800" b="0" i="0">
                <a:solidFill>
                  <a:srgbClr val="B4DEE8"/>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811403" y="1053633"/>
            <a:ext cx="5284598" cy="365126"/>
          </a:xfrm>
          <a:prstGeom prst="rect">
            <a:avLst/>
          </a:prstGeom>
        </p:spPr>
        <p:txBody>
          <a:bodyPr/>
          <a:lstStyle>
            <a:lvl1pPr marL="0" indent="0" algn="ctr">
              <a:buNone/>
              <a:defRPr sz="1600" b="0" i="0">
                <a:solidFill>
                  <a:srgbClr val="F4F6F9"/>
                </a:solidFill>
                <a:latin typeface="Söhne Breit Leicht" panose="020B0305030202060203" pitchFamily="34" charset="77"/>
              </a:defRPr>
            </a:lvl1pPr>
          </a:lstStyle>
          <a:p>
            <a:pPr lvl="0"/>
            <a:r>
              <a:rPr lang="nl-BE" dirty="0"/>
              <a:t>Subtitel</a:t>
            </a:r>
          </a:p>
        </p:txBody>
      </p:sp>
      <p:sp>
        <p:nvSpPr>
          <p:cNvPr id="7" name="Tijdelijke aanduiding voor tekst 7">
            <a:extLst>
              <a:ext uri="{FF2B5EF4-FFF2-40B4-BE49-F238E27FC236}">
                <a16:creationId xmlns:a16="http://schemas.microsoft.com/office/drawing/2014/main" id="{5BAAA3E6-E10F-F91B-0D1C-24AFB416FB1D}"/>
              </a:ext>
            </a:extLst>
          </p:cNvPr>
          <p:cNvSpPr>
            <a:spLocks noGrp="1"/>
          </p:cNvSpPr>
          <p:nvPr>
            <p:ph type="body" sz="quarter" idx="15" hasCustomPrompt="1"/>
          </p:nvPr>
        </p:nvSpPr>
        <p:spPr>
          <a:xfrm>
            <a:off x="811403" y="2268990"/>
            <a:ext cx="5284597"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chemeClr val="bg1"/>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sp>
        <p:nvSpPr>
          <p:cNvPr id="13" name="Tijdelijke aanduiding voor afbeelding 11">
            <a:extLst>
              <a:ext uri="{FF2B5EF4-FFF2-40B4-BE49-F238E27FC236}">
                <a16:creationId xmlns:a16="http://schemas.microsoft.com/office/drawing/2014/main" id="{EFF319BF-194E-6022-3B68-2FD3A321334D}"/>
              </a:ext>
            </a:extLst>
          </p:cNvPr>
          <p:cNvSpPr>
            <a:spLocks noGrp="1"/>
          </p:cNvSpPr>
          <p:nvPr>
            <p:ph type="pic" sz="quarter" idx="17"/>
          </p:nvPr>
        </p:nvSpPr>
        <p:spPr>
          <a:xfrm>
            <a:off x="6619875" y="3429000"/>
            <a:ext cx="5572125" cy="3429000"/>
          </a:xfrm>
          <a:prstGeom prst="rect">
            <a:avLst/>
          </a:prstGeom>
        </p:spPr>
        <p:txBody>
          <a:bodyPr/>
          <a:lstStyle/>
          <a:p>
            <a:endParaRPr lang="nl-BE"/>
          </a:p>
        </p:txBody>
      </p:sp>
      <p:pic>
        <p:nvPicPr>
          <p:cNvPr id="2" name="Picture 1">
            <a:extLst>
              <a:ext uri="{FF2B5EF4-FFF2-40B4-BE49-F238E27FC236}">
                <a16:creationId xmlns:a16="http://schemas.microsoft.com/office/drawing/2014/main" id="{9A21DF38-C3E6-48B4-EB81-557EDCA4EBE0}"/>
              </a:ext>
            </a:extLst>
          </p:cNvPr>
          <p:cNvPicPr>
            <a:picLocks noChangeAspect="1"/>
          </p:cNvPicPr>
          <p:nvPr userDrawn="1"/>
        </p:nvPicPr>
        <p:blipFill>
          <a:blip r:embed="rId2"/>
          <a:stretch>
            <a:fillRect/>
          </a:stretch>
        </p:blipFill>
        <p:spPr>
          <a:xfrm>
            <a:off x="11219603" y="265832"/>
            <a:ext cx="648996" cy="766733"/>
          </a:xfrm>
          <a:prstGeom prst="rect">
            <a:avLst/>
          </a:prstGeom>
        </p:spPr>
      </p:pic>
    </p:spTree>
    <p:extLst>
      <p:ext uri="{BB962C8B-B14F-4D97-AF65-F5344CB8AC3E}">
        <p14:creationId xmlns:p14="http://schemas.microsoft.com/office/powerpoint/2010/main" val="22288591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ekst + foto's">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8" name="Tijdelijke aanduiding voor tekst 7">
            <a:extLst>
              <a:ext uri="{FF2B5EF4-FFF2-40B4-BE49-F238E27FC236}">
                <a16:creationId xmlns:a16="http://schemas.microsoft.com/office/drawing/2014/main" id="{38373E16-CD8E-C5BA-313E-C932DD904E4F}"/>
              </a:ext>
            </a:extLst>
          </p:cNvPr>
          <p:cNvSpPr>
            <a:spLocks noGrp="1"/>
          </p:cNvSpPr>
          <p:nvPr>
            <p:ph type="body" sz="quarter" idx="13" hasCustomPrompt="1"/>
          </p:nvPr>
        </p:nvSpPr>
        <p:spPr>
          <a:xfrm>
            <a:off x="6270437" y="1259649"/>
            <a:ext cx="5284597" cy="600012"/>
          </a:xfrm>
          <a:prstGeom prst="rect">
            <a:avLst/>
          </a:prstGeom>
        </p:spPr>
        <p:txBody>
          <a:bodyPr/>
          <a:lstStyle>
            <a:lvl1pPr marL="0" indent="0" algn="l">
              <a:buNone/>
              <a:defRPr sz="4800" b="0" i="0">
                <a:solidFill>
                  <a:srgbClr val="B4DEE8"/>
                </a:solidFill>
                <a:latin typeface="Söhne Breit Kräftig" panose="020B0505030202060203" pitchFamily="34" charset="77"/>
              </a:defRPr>
            </a:lvl1pPr>
          </a:lstStyle>
          <a:p>
            <a:pPr lvl="0"/>
            <a:r>
              <a:rPr lang="nl-BE" dirty="0"/>
              <a:t>Hoofdtitel</a:t>
            </a:r>
          </a:p>
        </p:txBody>
      </p:sp>
      <p:sp>
        <p:nvSpPr>
          <p:cNvPr id="9" name="Tijdelijke aanduiding voor tekst 7">
            <a:extLst>
              <a:ext uri="{FF2B5EF4-FFF2-40B4-BE49-F238E27FC236}">
                <a16:creationId xmlns:a16="http://schemas.microsoft.com/office/drawing/2014/main" id="{2592E963-1D6A-E95F-C978-FD419A4CF68B}"/>
              </a:ext>
            </a:extLst>
          </p:cNvPr>
          <p:cNvSpPr>
            <a:spLocks noGrp="1"/>
          </p:cNvSpPr>
          <p:nvPr>
            <p:ph type="body" sz="quarter" idx="14" hasCustomPrompt="1"/>
          </p:nvPr>
        </p:nvSpPr>
        <p:spPr>
          <a:xfrm>
            <a:off x="6270438" y="1880729"/>
            <a:ext cx="5284598" cy="365126"/>
          </a:xfrm>
          <a:prstGeom prst="rect">
            <a:avLst/>
          </a:prstGeom>
        </p:spPr>
        <p:txBody>
          <a:bodyPr/>
          <a:lstStyle>
            <a:lvl1pPr marL="0" indent="0" algn="l">
              <a:buNone/>
              <a:defRPr sz="1600" b="0" i="0">
                <a:solidFill>
                  <a:srgbClr val="F4F6F9"/>
                </a:solidFill>
                <a:latin typeface="Söhne Breit Leicht" panose="020B0305030202060203" pitchFamily="34" charset="77"/>
              </a:defRPr>
            </a:lvl1pPr>
          </a:lstStyle>
          <a:p>
            <a:pPr lvl="0"/>
            <a:r>
              <a:rPr lang="nl-BE" dirty="0"/>
              <a:t>Subtitel</a:t>
            </a:r>
          </a:p>
        </p:txBody>
      </p:sp>
      <p:sp>
        <p:nvSpPr>
          <p:cNvPr id="7" name="Tijdelijke aanduiding voor tekst 7">
            <a:extLst>
              <a:ext uri="{FF2B5EF4-FFF2-40B4-BE49-F238E27FC236}">
                <a16:creationId xmlns:a16="http://schemas.microsoft.com/office/drawing/2014/main" id="{5BAAA3E6-E10F-F91B-0D1C-24AFB416FB1D}"/>
              </a:ext>
            </a:extLst>
          </p:cNvPr>
          <p:cNvSpPr>
            <a:spLocks noGrp="1"/>
          </p:cNvSpPr>
          <p:nvPr>
            <p:ph type="body" sz="quarter" idx="15" hasCustomPrompt="1"/>
          </p:nvPr>
        </p:nvSpPr>
        <p:spPr>
          <a:xfrm>
            <a:off x="6270438" y="2461979"/>
            <a:ext cx="5284597"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chemeClr val="bg1"/>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pic>
        <p:nvPicPr>
          <p:cNvPr id="2" name="Picture 1">
            <a:extLst>
              <a:ext uri="{FF2B5EF4-FFF2-40B4-BE49-F238E27FC236}">
                <a16:creationId xmlns:a16="http://schemas.microsoft.com/office/drawing/2014/main" id="{9A21DF38-C3E6-48B4-EB81-557EDCA4EBE0}"/>
              </a:ext>
            </a:extLst>
          </p:cNvPr>
          <p:cNvPicPr>
            <a:picLocks noChangeAspect="1"/>
          </p:cNvPicPr>
          <p:nvPr userDrawn="1"/>
        </p:nvPicPr>
        <p:blipFill>
          <a:blip r:embed="rId2"/>
          <a:stretch>
            <a:fillRect/>
          </a:stretch>
        </p:blipFill>
        <p:spPr>
          <a:xfrm>
            <a:off x="11219603" y="265832"/>
            <a:ext cx="648996" cy="766733"/>
          </a:xfrm>
          <a:prstGeom prst="rect">
            <a:avLst/>
          </a:prstGeom>
        </p:spPr>
      </p:pic>
      <p:sp>
        <p:nvSpPr>
          <p:cNvPr id="3" name="Rounded Rectangle 2">
            <a:extLst>
              <a:ext uri="{FF2B5EF4-FFF2-40B4-BE49-F238E27FC236}">
                <a16:creationId xmlns:a16="http://schemas.microsoft.com/office/drawing/2014/main" id="{0DD5F328-6A53-1B99-9DAB-E2ED27228C7D}"/>
              </a:ext>
            </a:extLst>
          </p:cNvPr>
          <p:cNvSpPr/>
          <p:nvPr userDrawn="1"/>
        </p:nvSpPr>
        <p:spPr>
          <a:xfrm>
            <a:off x="947211" y="594121"/>
            <a:ext cx="2214778" cy="3496776"/>
          </a:xfrm>
          <a:prstGeom prst="roundRect">
            <a:avLst/>
          </a:prstGeom>
          <a:solidFill>
            <a:srgbClr val="B4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4" name="Rounded Rectangle 3">
            <a:extLst>
              <a:ext uri="{FF2B5EF4-FFF2-40B4-BE49-F238E27FC236}">
                <a16:creationId xmlns:a16="http://schemas.microsoft.com/office/drawing/2014/main" id="{1C2F98BD-3895-0E39-77C4-8DFAAD07DDD9}"/>
              </a:ext>
            </a:extLst>
          </p:cNvPr>
          <p:cNvSpPr/>
          <p:nvPr userDrawn="1"/>
        </p:nvSpPr>
        <p:spPr>
          <a:xfrm rot="16200000">
            <a:off x="2161935" y="3057956"/>
            <a:ext cx="2214778" cy="4617950"/>
          </a:xfrm>
          <a:prstGeom prst="roundRect">
            <a:avLst/>
          </a:prstGeom>
          <a:solidFill>
            <a:srgbClr val="B4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0" name="Rounded Rectangle 9">
            <a:extLst>
              <a:ext uri="{FF2B5EF4-FFF2-40B4-BE49-F238E27FC236}">
                <a16:creationId xmlns:a16="http://schemas.microsoft.com/office/drawing/2014/main" id="{9C577F17-84D4-9A81-1617-6F091CF18CCF}"/>
              </a:ext>
            </a:extLst>
          </p:cNvPr>
          <p:cNvSpPr/>
          <p:nvPr userDrawn="1"/>
        </p:nvSpPr>
        <p:spPr>
          <a:xfrm>
            <a:off x="3363521" y="2430742"/>
            <a:ext cx="2214778" cy="1660155"/>
          </a:xfrm>
          <a:prstGeom prst="roundRect">
            <a:avLst/>
          </a:prstGeom>
          <a:solidFill>
            <a:srgbClr val="B4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4" name="Rounded Rectangle 13">
            <a:extLst>
              <a:ext uri="{FF2B5EF4-FFF2-40B4-BE49-F238E27FC236}">
                <a16:creationId xmlns:a16="http://schemas.microsoft.com/office/drawing/2014/main" id="{A9636D46-3B3A-D4E5-6A52-96C71478AEB0}"/>
              </a:ext>
            </a:extLst>
          </p:cNvPr>
          <p:cNvSpPr/>
          <p:nvPr userDrawn="1"/>
        </p:nvSpPr>
        <p:spPr>
          <a:xfrm>
            <a:off x="3363521" y="594122"/>
            <a:ext cx="2214778" cy="1660155"/>
          </a:xfrm>
          <a:prstGeom prst="roundRect">
            <a:avLst/>
          </a:prstGeom>
          <a:solidFill>
            <a:srgbClr val="B4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2" name="Picture Placeholder 21">
            <a:extLst>
              <a:ext uri="{FF2B5EF4-FFF2-40B4-BE49-F238E27FC236}">
                <a16:creationId xmlns:a16="http://schemas.microsoft.com/office/drawing/2014/main" id="{133CA11E-642E-7FFA-D55B-A2E7D59E4371}"/>
              </a:ext>
            </a:extLst>
          </p:cNvPr>
          <p:cNvSpPr>
            <a:spLocks noGrp="1"/>
          </p:cNvSpPr>
          <p:nvPr>
            <p:ph type="pic" sz="quarter" idx="16"/>
          </p:nvPr>
        </p:nvSpPr>
        <p:spPr>
          <a:xfrm>
            <a:off x="947212" y="593725"/>
            <a:ext cx="2214778" cy="3497263"/>
          </a:xfrm>
          <a:prstGeom prst="roundRect">
            <a:avLst/>
          </a:prstGeom>
        </p:spPr>
        <p:txBody>
          <a:bodyPr/>
          <a:lstStyle/>
          <a:p>
            <a:endParaRPr lang="en-BE"/>
          </a:p>
        </p:txBody>
      </p:sp>
      <p:sp>
        <p:nvSpPr>
          <p:cNvPr id="24" name="Picture Placeholder 23">
            <a:extLst>
              <a:ext uri="{FF2B5EF4-FFF2-40B4-BE49-F238E27FC236}">
                <a16:creationId xmlns:a16="http://schemas.microsoft.com/office/drawing/2014/main" id="{7CD43670-D204-E934-814D-BAFF19C2F40E}"/>
              </a:ext>
            </a:extLst>
          </p:cNvPr>
          <p:cNvSpPr>
            <a:spLocks noGrp="1"/>
          </p:cNvSpPr>
          <p:nvPr>
            <p:ph type="pic" sz="quarter" idx="17"/>
          </p:nvPr>
        </p:nvSpPr>
        <p:spPr>
          <a:xfrm>
            <a:off x="3363913" y="593725"/>
            <a:ext cx="2214562" cy="1660525"/>
          </a:xfrm>
          <a:prstGeom prst="roundRect">
            <a:avLst/>
          </a:prstGeom>
        </p:spPr>
        <p:txBody>
          <a:bodyPr/>
          <a:lstStyle/>
          <a:p>
            <a:endParaRPr lang="en-BE"/>
          </a:p>
        </p:txBody>
      </p:sp>
      <p:sp>
        <p:nvSpPr>
          <p:cNvPr id="25" name="Picture Placeholder 23">
            <a:extLst>
              <a:ext uri="{FF2B5EF4-FFF2-40B4-BE49-F238E27FC236}">
                <a16:creationId xmlns:a16="http://schemas.microsoft.com/office/drawing/2014/main" id="{5938815C-8690-B411-2265-B704CBCA05FC}"/>
              </a:ext>
            </a:extLst>
          </p:cNvPr>
          <p:cNvSpPr>
            <a:spLocks noGrp="1"/>
          </p:cNvSpPr>
          <p:nvPr>
            <p:ph type="pic" sz="quarter" idx="18"/>
          </p:nvPr>
        </p:nvSpPr>
        <p:spPr>
          <a:xfrm>
            <a:off x="3363913" y="2431715"/>
            <a:ext cx="2214562" cy="1660525"/>
          </a:xfrm>
          <a:prstGeom prst="roundRect">
            <a:avLst/>
          </a:prstGeom>
        </p:spPr>
        <p:txBody>
          <a:bodyPr/>
          <a:lstStyle/>
          <a:p>
            <a:endParaRPr lang="en-BE"/>
          </a:p>
        </p:txBody>
      </p:sp>
      <p:sp>
        <p:nvSpPr>
          <p:cNvPr id="27" name="Picture Placeholder 26">
            <a:extLst>
              <a:ext uri="{FF2B5EF4-FFF2-40B4-BE49-F238E27FC236}">
                <a16:creationId xmlns:a16="http://schemas.microsoft.com/office/drawing/2014/main" id="{5065864B-27A7-B5A2-CDC1-9FB0459B2F9A}"/>
              </a:ext>
            </a:extLst>
          </p:cNvPr>
          <p:cNvSpPr>
            <a:spLocks noGrp="1"/>
          </p:cNvSpPr>
          <p:nvPr>
            <p:ph type="pic" sz="quarter" idx="19"/>
          </p:nvPr>
        </p:nvSpPr>
        <p:spPr>
          <a:xfrm>
            <a:off x="947738" y="4257675"/>
            <a:ext cx="4630737" cy="2216150"/>
          </a:xfrm>
          <a:prstGeom prst="roundRect">
            <a:avLst/>
          </a:prstGeom>
        </p:spPr>
        <p:txBody>
          <a:bodyPr/>
          <a:lstStyle/>
          <a:p>
            <a:endParaRPr lang="en-BE"/>
          </a:p>
        </p:txBody>
      </p:sp>
    </p:spTree>
    <p:extLst>
      <p:ext uri="{BB962C8B-B14F-4D97-AF65-F5344CB8AC3E}">
        <p14:creationId xmlns:p14="http://schemas.microsoft.com/office/powerpoint/2010/main" val="910094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ekst + foto's">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a:xfrm>
            <a:off x="4984282" y="5891932"/>
            <a:ext cx="2743200" cy="365125"/>
          </a:xfrm>
        </p:spPr>
        <p:txBody>
          <a:bodyPr/>
          <a:lstStyle/>
          <a:p>
            <a:fld id="{C80CD2DA-5B10-E246-90EF-817287D95EF0}" type="slidenum">
              <a:rPr lang="nl-BE" smtClean="0"/>
              <a:t>‹nr.›</a:t>
            </a:fld>
            <a:endParaRPr lang="nl-BE"/>
          </a:p>
        </p:txBody>
      </p:sp>
      <p:pic>
        <p:nvPicPr>
          <p:cNvPr id="2" name="Picture 1">
            <a:extLst>
              <a:ext uri="{FF2B5EF4-FFF2-40B4-BE49-F238E27FC236}">
                <a16:creationId xmlns:a16="http://schemas.microsoft.com/office/drawing/2014/main" id="{9A21DF38-C3E6-48B4-EB81-557EDCA4EBE0}"/>
              </a:ext>
            </a:extLst>
          </p:cNvPr>
          <p:cNvPicPr>
            <a:picLocks noChangeAspect="1"/>
          </p:cNvPicPr>
          <p:nvPr userDrawn="1"/>
        </p:nvPicPr>
        <p:blipFill>
          <a:blip r:embed="rId2"/>
          <a:stretch>
            <a:fillRect/>
          </a:stretch>
        </p:blipFill>
        <p:spPr>
          <a:xfrm>
            <a:off x="11219603" y="265832"/>
            <a:ext cx="648996" cy="766733"/>
          </a:xfrm>
          <a:prstGeom prst="rect">
            <a:avLst/>
          </a:prstGeom>
        </p:spPr>
      </p:pic>
      <p:sp>
        <p:nvSpPr>
          <p:cNvPr id="4" name="Rounded Rectangle 3">
            <a:extLst>
              <a:ext uri="{FF2B5EF4-FFF2-40B4-BE49-F238E27FC236}">
                <a16:creationId xmlns:a16="http://schemas.microsoft.com/office/drawing/2014/main" id="{1C2F98BD-3895-0E39-77C4-8DFAAD07DDD9}"/>
              </a:ext>
            </a:extLst>
          </p:cNvPr>
          <p:cNvSpPr/>
          <p:nvPr userDrawn="1"/>
        </p:nvSpPr>
        <p:spPr>
          <a:xfrm rot="16200000">
            <a:off x="2993501" y="-1065957"/>
            <a:ext cx="2820202" cy="6169711"/>
          </a:xfrm>
          <a:prstGeom prst="roundRect">
            <a:avLst/>
          </a:prstGeom>
          <a:solidFill>
            <a:srgbClr val="B4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4" name="Rounded Rectangle 13">
            <a:extLst>
              <a:ext uri="{FF2B5EF4-FFF2-40B4-BE49-F238E27FC236}">
                <a16:creationId xmlns:a16="http://schemas.microsoft.com/office/drawing/2014/main" id="{A9636D46-3B3A-D4E5-6A52-96C71478AEB0}"/>
              </a:ext>
            </a:extLst>
          </p:cNvPr>
          <p:cNvSpPr/>
          <p:nvPr userDrawn="1"/>
        </p:nvSpPr>
        <p:spPr>
          <a:xfrm>
            <a:off x="7581401" y="608798"/>
            <a:ext cx="3264627" cy="2820203"/>
          </a:xfrm>
          <a:prstGeom prst="roundRect">
            <a:avLst/>
          </a:prstGeom>
          <a:solidFill>
            <a:srgbClr val="B4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4" name="Picture Placeholder 23">
            <a:extLst>
              <a:ext uri="{FF2B5EF4-FFF2-40B4-BE49-F238E27FC236}">
                <a16:creationId xmlns:a16="http://schemas.microsoft.com/office/drawing/2014/main" id="{7CD43670-D204-E934-814D-BAFF19C2F40E}"/>
              </a:ext>
            </a:extLst>
          </p:cNvPr>
          <p:cNvSpPr>
            <a:spLocks noGrp="1"/>
          </p:cNvSpPr>
          <p:nvPr>
            <p:ph type="pic" sz="quarter" idx="17"/>
          </p:nvPr>
        </p:nvSpPr>
        <p:spPr>
          <a:xfrm>
            <a:off x="7583149" y="605758"/>
            <a:ext cx="3257966" cy="2820203"/>
          </a:xfrm>
          <a:prstGeom prst="roundRect">
            <a:avLst/>
          </a:prstGeom>
          <a:ln>
            <a:noFill/>
          </a:ln>
        </p:spPr>
        <p:txBody>
          <a:bodyPr/>
          <a:lstStyle/>
          <a:p>
            <a:endParaRPr lang="en-BE"/>
          </a:p>
        </p:txBody>
      </p:sp>
      <p:sp>
        <p:nvSpPr>
          <p:cNvPr id="27" name="Picture Placeholder 26">
            <a:extLst>
              <a:ext uri="{FF2B5EF4-FFF2-40B4-BE49-F238E27FC236}">
                <a16:creationId xmlns:a16="http://schemas.microsoft.com/office/drawing/2014/main" id="{5065864B-27A7-B5A2-CDC1-9FB0459B2F9A}"/>
              </a:ext>
            </a:extLst>
          </p:cNvPr>
          <p:cNvSpPr>
            <a:spLocks noGrp="1"/>
          </p:cNvSpPr>
          <p:nvPr>
            <p:ph type="pic" sz="quarter" idx="19"/>
          </p:nvPr>
        </p:nvSpPr>
        <p:spPr>
          <a:xfrm>
            <a:off x="1316999" y="608797"/>
            <a:ext cx="6169712" cy="2820203"/>
          </a:xfrm>
          <a:prstGeom prst="roundRect">
            <a:avLst/>
          </a:prstGeom>
          <a:ln>
            <a:noFill/>
          </a:ln>
        </p:spPr>
        <p:txBody>
          <a:bodyPr/>
          <a:lstStyle/>
          <a:p>
            <a:endParaRPr lang="en-BE"/>
          </a:p>
        </p:txBody>
      </p:sp>
      <p:sp>
        <p:nvSpPr>
          <p:cNvPr id="11" name="Rounded Rectangle 10">
            <a:extLst>
              <a:ext uri="{FF2B5EF4-FFF2-40B4-BE49-F238E27FC236}">
                <a16:creationId xmlns:a16="http://schemas.microsoft.com/office/drawing/2014/main" id="{A02FA1AF-091B-2936-8FCB-A1D9D6FC6CBB}"/>
              </a:ext>
            </a:extLst>
          </p:cNvPr>
          <p:cNvSpPr/>
          <p:nvPr userDrawn="1"/>
        </p:nvSpPr>
        <p:spPr>
          <a:xfrm>
            <a:off x="1316999" y="3512588"/>
            <a:ext cx="3264627" cy="2820203"/>
          </a:xfrm>
          <a:prstGeom prst="roundRect">
            <a:avLst/>
          </a:prstGeom>
          <a:solidFill>
            <a:srgbClr val="B4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2" name="Rounded Rectangle 11">
            <a:extLst>
              <a:ext uri="{FF2B5EF4-FFF2-40B4-BE49-F238E27FC236}">
                <a16:creationId xmlns:a16="http://schemas.microsoft.com/office/drawing/2014/main" id="{925C7419-F741-D314-6B99-60A10C71A69C}"/>
              </a:ext>
            </a:extLst>
          </p:cNvPr>
          <p:cNvSpPr/>
          <p:nvPr userDrawn="1"/>
        </p:nvSpPr>
        <p:spPr>
          <a:xfrm rot="16200000">
            <a:off x="6351071" y="1837833"/>
            <a:ext cx="2820202" cy="6169711"/>
          </a:xfrm>
          <a:prstGeom prst="roundRect">
            <a:avLst/>
          </a:prstGeom>
          <a:solidFill>
            <a:srgbClr val="B4DE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3" name="Picture Placeholder 26">
            <a:extLst>
              <a:ext uri="{FF2B5EF4-FFF2-40B4-BE49-F238E27FC236}">
                <a16:creationId xmlns:a16="http://schemas.microsoft.com/office/drawing/2014/main" id="{37B66F89-B64A-56A9-6B55-9A8963160921}"/>
              </a:ext>
            </a:extLst>
          </p:cNvPr>
          <p:cNvSpPr>
            <a:spLocks noGrp="1"/>
          </p:cNvSpPr>
          <p:nvPr>
            <p:ph type="pic" sz="quarter" idx="20"/>
          </p:nvPr>
        </p:nvSpPr>
        <p:spPr>
          <a:xfrm>
            <a:off x="4671403" y="3515627"/>
            <a:ext cx="6169712" cy="2820203"/>
          </a:xfrm>
          <a:prstGeom prst="roundRect">
            <a:avLst/>
          </a:prstGeom>
          <a:ln>
            <a:noFill/>
          </a:ln>
        </p:spPr>
        <p:txBody>
          <a:bodyPr/>
          <a:lstStyle/>
          <a:p>
            <a:endParaRPr lang="en-BE" dirty="0"/>
          </a:p>
        </p:txBody>
      </p:sp>
      <p:sp>
        <p:nvSpPr>
          <p:cNvPr id="15" name="Picture Placeholder 23">
            <a:extLst>
              <a:ext uri="{FF2B5EF4-FFF2-40B4-BE49-F238E27FC236}">
                <a16:creationId xmlns:a16="http://schemas.microsoft.com/office/drawing/2014/main" id="{848F57F5-A968-7797-C5E9-5EC09D23BCF4}"/>
              </a:ext>
            </a:extLst>
          </p:cNvPr>
          <p:cNvSpPr>
            <a:spLocks noGrp="1"/>
          </p:cNvSpPr>
          <p:nvPr>
            <p:ph type="pic" sz="quarter" idx="21"/>
          </p:nvPr>
        </p:nvSpPr>
        <p:spPr>
          <a:xfrm>
            <a:off x="1326728" y="3512588"/>
            <a:ext cx="3257966" cy="2820203"/>
          </a:xfrm>
          <a:prstGeom prst="roundRect">
            <a:avLst/>
          </a:prstGeom>
          <a:ln>
            <a:noFill/>
          </a:ln>
        </p:spPr>
        <p:txBody>
          <a:bodyPr/>
          <a:lstStyle/>
          <a:p>
            <a:endParaRPr lang="en-BE"/>
          </a:p>
        </p:txBody>
      </p:sp>
    </p:spTree>
    <p:extLst>
      <p:ext uri="{BB962C8B-B14F-4D97-AF65-F5344CB8AC3E}">
        <p14:creationId xmlns:p14="http://schemas.microsoft.com/office/powerpoint/2010/main" val="2708783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kst + foto + bulletpoin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75F83755-D3D4-48B9-C77B-ED0E5E3A8447}"/>
              </a:ext>
            </a:extLst>
          </p:cNvPr>
          <p:cNvSpPr/>
          <p:nvPr userDrawn="1"/>
        </p:nvSpPr>
        <p:spPr>
          <a:xfrm>
            <a:off x="6812280" y="0"/>
            <a:ext cx="5379720" cy="6858000"/>
          </a:xfrm>
          <a:prstGeom prst="rect">
            <a:avLst/>
          </a:prstGeom>
          <a:solidFill>
            <a:srgbClr val="B4DE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4" name="Tijdelijke aanduiding voor afbeelding 3">
            <a:extLst>
              <a:ext uri="{FF2B5EF4-FFF2-40B4-BE49-F238E27FC236}">
                <a16:creationId xmlns:a16="http://schemas.microsoft.com/office/drawing/2014/main" id="{23B4284F-2DB7-0972-022D-987DF9B43E82}"/>
              </a:ext>
            </a:extLst>
          </p:cNvPr>
          <p:cNvSpPr>
            <a:spLocks noGrp="1"/>
          </p:cNvSpPr>
          <p:nvPr>
            <p:ph type="pic" sz="quarter" idx="13"/>
          </p:nvPr>
        </p:nvSpPr>
        <p:spPr>
          <a:xfrm>
            <a:off x="5667153" y="850605"/>
            <a:ext cx="2342991" cy="5071730"/>
          </a:xfrm>
          <a:prstGeom prst="rect">
            <a:avLst/>
          </a:prstGeom>
        </p:spPr>
        <p:txBody>
          <a:bodyPr/>
          <a:lstStyle/>
          <a:p>
            <a:endParaRPr lang="nl-BE"/>
          </a:p>
        </p:txBody>
      </p:sp>
      <p:sp>
        <p:nvSpPr>
          <p:cNvPr id="11" name="Tijdelijke aanduiding voor tekst 7">
            <a:extLst>
              <a:ext uri="{FF2B5EF4-FFF2-40B4-BE49-F238E27FC236}">
                <a16:creationId xmlns:a16="http://schemas.microsoft.com/office/drawing/2014/main" id="{A5729902-0054-5F75-1245-7ADAA09F45A2}"/>
              </a:ext>
            </a:extLst>
          </p:cNvPr>
          <p:cNvSpPr>
            <a:spLocks noGrp="1"/>
          </p:cNvSpPr>
          <p:nvPr>
            <p:ph type="body" sz="quarter" idx="14" hasCustomPrompt="1"/>
          </p:nvPr>
        </p:nvSpPr>
        <p:spPr>
          <a:xfrm>
            <a:off x="811402" y="1359843"/>
            <a:ext cx="5284597" cy="600012"/>
          </a:xfrm>
          <a:prstGeom prst="rect">
            <a:avLst/>
          </a:prstGeom>
        </p:spPr>
        <p:txBody>
          <a:bodyPr/>
          <a:lstStyle>
            <a:lvl1pPr marL="0" indent="0" algn="l">
              <a:buNone/>
              <a:defRPr sz="4800" b="0" i="0">
                <a:solidFill>
                  <a:srgbClr val="B4DEE8"/>
                </a:solidFill>
                <a:latin typeface="Söhne Breit Kräftig" panose="020B0505030202060203" pitchFamily="34" charset="77"/>
              </a:defRPr>
            </a:lvl1pPr>
          </a:lstStyle>
          <a:p>
            <a:pPr lvl="0"/>
            <a:r>
              <a:rPr lang="nl-BE" dirty="0"/>
              <a:t>Hoofdtitel</a:t>
            </a:r>
          </a:p>
        </p:txBody>
      </p:sp>
      <p:sp>
        <p:nvSpPr>
          <p:cNvPr id="14" name="Tijdelijke aanduiding voor tekst 7">
            <a:extLst>
              <a:ext uri="{FF2B5EF4-FFF2-40B4-BE49-F238E27FC236}">
                <a16:creationId xmlns:a16="http://schemas.microsoft.com/office/drawing/2014/main" id="{2A6CEA59-8824-B1F7-1373-39235E988838}"/>
              </a:ext>
            </a:extLst>
          </p:cNvPr>
          <p:cNvSpPr>
            <a:spLocks noGrp="1"/>
          </p:cNvSpPr>
          <p:nvPr>
            <p:ph type="body" sz="quarter" idx="15" hasCustomPrompt="1"/>
          </p:nvPr>
        </p:nvSpPr>
        <p:spPr>
          <a:xfrm>
            <a:off x="811403" y="1053633"/>
            <a:ext cx="5284598" cy="365126"/>
          </a:xfrm>
          <a:prstGeom prst="rect">
            <a:avLst/>
          </a:prstGeom>
        </p:spPr>
        <p:txBody>
          <a:bodyPr/>
          <a:lstStyle>
            <a:lvl1pPr marL="0" indent="0" algn="l">
              <a:buNone/>
              <a:defRPr sz="1600" b="0" i="0">
                <a:solidFill>
                  <a:srgbClr val="F4F6F9"/>
                </a:solidFill>
                <a:latin typeface="Söhne Breit Leicht" panose="020B0305030202060203" pitchFamily="34" charset="77"/>
              </a:defRPr>
            </a:lvl1pPr>
          </a:lstStyle>
          <a:p>
            <a:pPr lvl="0"/>
            <a:r>
              <a:rPr lang="nl-BE" dirty="0"/>
              <a:t>Subtitel</a:t>
            </a:r>
          </a:p>
        </p:txBody>
      </p:sp>
      <p:sp>
        <p:nvSpPr>
          <p:cNvPr id="15" name="Tijdelijke aanduiding voor tekst 7">
            <a:extLst>
              <a:ext uri="{FF2B5EF4-FFF2-40B4-BE49-F238E27FC236}">
                <a16:creationId xmlns:a16="http://schemas.microsoft.com/office/drawing/2014/main" id="{0310F649-2916-8036-4CDB-F8EC3F4376F1}"/>
              </a:ext>
            </a:extLst>
          </p:cNvPr>
          <p:cNvSpPr>
            <a:spLocks noGrp="1"/>
          </p:cNvSpPr>
          <p:nvPr>
            <p:ph type="body" sz="quarter" idx="16" hasCustomPrompt="1"/>
          </p:nvPr>
        </p:nvSpPr>
        <p:spPr>
          <a:xfrm>
            <a:off x="811404" y="2268990"/>
            <a:ext cx="4186800" cy="3346388"/>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200" b="0" i="0">
                <a:solidFill>
                  <a:schemeClr val="bg1"/>
                </a:solidFill>
                <a:latin typeface="Söhne" panose="020B0503030202060203" pitchFamily="34" charset="77"/>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 Wanneer je veel tekst hebt kan je het beste voor Söhne Licht kiezen. Dit is een lettertype die qua leesbaarheid. 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nl-BE" dirty="0"/>
              <a:t>Wanneer je veel tekst hebt kan je het beste voor Söhne Licht kiezen. Dit is een lettertype die qua leesbaarheid.</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nl-BE" dirty="0"/>
          </a:p>
        </p:txBody>
      </p:sp>
      <p:sp>
        <p:nvSpPr>
          <p:cNvPr id="19" name="Tijdelijke aanduiding voor tekst 8">
            <a:extLst>
              <a:ext uri="{FF2B5EF4-FFF2-40B4-BE49-F238E27FC236}">
                <a16:creationId xmlns:a16="http://schemas.microsoft.com/office/drawing/2014/main" id="{C891E1D0-093E-8E41-B4C6-4D703D043516}"/>
              </a:ext>
            </a:extLst>
          </p:cNvPr>
          <p:cNvSpPr>
            <a:spLocks noGrp="1"/>
          </p:cNvSpPr>
          <p:nvPr>
            <p:ph type="body" sz="quarter" idx="17" hasCustomPrompt="1"/>
          </p:nvPr>
        </p:nvSpPr>
        <p:spPr>
          <a:xfrm>
            <a:off x="8993751" y="1500961"/>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29" name="Tijdelijke aanduiding voor tekst 8">
            <a:extLst>
              <a:ext uri="{FF2B5EF4-FFF2-40B4-BE49-F238E27FC236}">
                <a16:creationId xmlns:a16="http://schemas.microsoft.com/office/drawing/2014/main" id="{8445340E-DCC7-AD3D-A890-9E45CF2FE1A4}"/>
              </a:ext>
            </a:extLst>
          </p:cNvPr>
          <p:cNvSpPr>
            <a:spLocks noGrp="1"/>
          </p:cNvSpPr>
          <p:nvPr>
            <p:ph type="body" sz="quarter" idx="18" hasCustomPrompt="1"/>
          </p:nvPr>
        </p:nvSpPr>
        <p:spPr>
          <a:xfrm>
            <a:off x="8993751" y="2212161"/>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0" name="Tijdelijke aanduiding voor tekst 8">
            <a:extLst>
              <a:ext uri="{FF2B5EF4-FFF2-40B4-BE49-F238E27FC236}">
                <a16:creationId xmlns:a16="http://schemas.microsoft.com/office/drawing/2014/main" id="{C0240BE6-481F-53C9-0FC2-0D53506526AB}"/>
              </a:ext>
            </a:extLst>
          </p:cNvPr>
          <p:cNvSpPr>
            <a:spLocks noGrp="1"/>
          </p:cNvSpPr>
          <p:nvPr>
            <p:ph type="body" sz="quarter" idx="19" hasCustomPrompt="1"/>
          </p:nvPr>
        </p:nvSpPr>
        <p:spPr>
          <a:xfrm>
            <a:off x="8993751" y="2931827"/>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1" name="Tijdelijke aanduiding voor tekst 8">
            <a:extLst>
              <a:ext uri="{FF2B5EF4-FFF2-40B4-BE49-F238E27FC236}">
                <a16:creationId xmlns:a16="http://schemas.microsoft.com/office/drawing/2014/main" id="{D0E35679-BB6A-1AD1-7A15-456193D455E1}"/>
              </a:ext>
            </a:extLst>
          </p:cNvPr>
          <p:cNvSpPr>
            <a:spLocks noGrp="1"/>
          </p:cNvSpPr>
          <p:nvPr>
            <p:ph type="body" sz="quarter" idx="20" hasCustomPrompt="1"/>
          </p:nvPr>
        </p:nvSpPr>
        <p:spPr>
          <a:xfrm>
            <a:off x="8993751" y="3659960"/>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2" name="Tijdelijke aanduiding voor tekst 8">
            <a:extLst>
              <a:ext uri="{FF2B5EF4-FFF2-40B4-BE49-F238E27FC236}">
                <a16:creationId xmlns:a16="http://schemas.microsoft.com/office/drawing/2014/main" id="{01343B1B-B656-8114-5C36-2B9298EA74E0}"/>
              </a:ext>
            </a:extLst>
          </p:cNvPr>
          <p:cNvSpPr>
            <a:spLocks noGrp="1"/>
          </p:cNvSpPr>
          <p:nvPr>
            <p:ph type="body" sz="quarter" idx="21" hasCustomPrompt="1"/>
          </p:nvPr>
        </p:nvSpPr>
        <p:spPr>
          <a:xfrm>
            <a:off x="8993751" y="4371160"/>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sp>
        <p:nvSpPr>
          <p:cNvPr id="33" name="Tijdelijke aanduiding voor tekst 8">
            <a:extLst>
              <a:ext uri="{FF2B5EF4-FFF2-40B4-BE49-F238E27FC236}">
                <a16:creationId xmlns:a16="http://schemas.microsoft.com/office/drawing/2014/main" id="{0898407A-B0DE-2D02-1698-909143124CF9}"/>
              </a:ext>
            </a:extLst>
          </p:cNvPr>
          <p:cNvSpPr>
            <a:spLocks noGrp="1"/>
          </p:cNvSpPr>
          <p:nvPr>
            <p:ph type="body" sz="quarter" idx="22" hasCustomPrompt="1"/>
          </p:nvPr>
        </p:nvSpPr>
        <p:spPr>
          <a:xfrm>
            <a:off x="8993751" y="5090827"/>
            <a:ext cx="2758916" cy="3947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1800" b="1" i="0">
                <a:ln>
                  <a:noFill/>
                </a:ln>
                <a:solidFill>
                  <a:schemeClr val="bg1"/>
                </a:solidFill>
                <a:latin typeface="Söhne Breit Halbfett" panose="020B0505030202060203" pitchFamily="34"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nl-NL" dirty="0"/>
              <a:t>ONDERWERP</a:t>
            </a:r>
            <a:endParaRPr lang="nl-BE" dirty="0"/>
          </a:p>
        </p:txBody>
      </p:sp>
      <p:pic>
        <p:nvPicPr>
          <p:cNvPr id="9" name="Picture 8">
            <a:extLst>
              <a:ext uri="{FF2B5EF4-FFF2-40B4-BE49-F238E27FC236}">
                <a16:creationId xmlns:a16="http://schemas.microsoft.com/office/drawing/2014/main" id="{D7C35AF5-4FA4-6647-0014-A7ECFD378E4F}"/>
              </a:ext>
            </a:extLst>
          </p:cNvPr>
          <p:cNvPicPr>
            <a:picLocks noChangeAspect="1"/>
          </p:cNvPicPr>
          <p:nvPr userDrawn="1"/>
        </p:nvPicPr>
        <p:blipFill>
          <a:blip r:embed="rId2"/>
          <a:stretch>
            <a:fillRect/>
          </a:stretch>
        </p:blipFill>
        <p:spPr>
          <a:xfrm>
            <a:off x="11219603" y="270207"/>
            <a:ext cx="648996" cy="766734"/>
          </a:xfrm>
          <a:prstGeom prst="rect">
            <a:avLst/>
          </a:prstGeom>
        </p:spPr>
      </p:pic>
    </p:spTree>
    <p:extLst>
      <p:ext uri="{BB962C8B-B14F-4D97-AF65-F5344CB8AC3E}">
        <p14:creationId xmlns:p14="http://schemas.microsoft.com/office/powerpoint/2010/main" val="16421817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pen Dia + foto">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75F83755-D3D4-48B9-C77B-ED0E5E3A8447}"/>
              </a:ext>
            </a:extLst>
          </p:cNvPr>
          <p:cNvSpPr/>
          <p:nvPr userDrawn="1"/>
        </p:nvSpPr>
        <p:spPr>
          <a:xfrm>
            <a:off x="6812280" y="0"/>
            <a:ext cx="5379720" cy="6858000"/>
          </a:xfrm>
          <a:prstGeom prst="rect">
            <a:avLst/>
          </a:prstGeom>
          <a:solidFill>
            <a:srgbClr val="B4DE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7" name="Tijdelijke aanduiding voor afbeelding 6">
            <a:extLst>
              <a:ext uri="{FF2B5EF4-FFF2-40B4-BE49-F238E27FC236}">
                <a16:creationId xmlns:a16="http://schemas.microsoft.com/office/drawing/2014/main" id="{96344B2A-B49D-45C1-D9F0-6A85CF215EDC}"/>
              </a:ext>
            </a:extLst>
          </p:cNvPr>
          <p:cNvSpPr>
            <a:spLocks noGrp="1"/>
          </p:cNvSpPr>
          <p:nvPr>
            <p:ph type="pic" sz="quarter" idx="16"/>
          </p:nvPr>
        </p:nvSpPr>
        <p:spPr>
          <a:xfrm>
            <a:off x="6811963" y="0"/>
            <a:ext cx="5380037" cy="6858000"/>
          </a:xfrm>
          <a:prstGeom prst="rect">
            <a:avLst/>
          </a:prstGeom>
        </p:spPr>
        <p:txBody>
          <a:bodyPr/>
          <a:lstStyle/>
          <a:p>
            <a:endParaRPr lang="nl-BE" dirty="0"/>
          </a:p>
        </p:txBody>
      </p:sp>
      <p:sp>
        <p:nvSpPr>
          <p:cNvPr id="5" name="Tijdelijke aanduiding voor voettekst 4">
            <a:extLst>
              <a:ext uri="{FF2B5EF4-FFF2-40B4-BE49-F238E27FC236}">
                <a16:creationId xmlns:a16="http://schemas.microsoft.com/office/drawing/2014/main" id="{6D810867-FBC2-0FCA-FA1C-6A2BDDFCD33C}"/>
              </a:ext>
            </a:extLst>
          </p:cNvPr>
          <p:cNvSpPr>
            <a:spLocks noGrp="1"/>
          </p:cNvSpPr>
          <p:nvPr>
            <p:ph type="ftr" sz="quarter" idx="11"/>
          </p:nvPr>
        </p:nvSpPr>
        <p:spPr/>
        <p:txBody>
          <a:bodyPr/>
          <a:lstStyle/>
          <a:p>
            <a:r>
              <a:rPr lang="nl-BE"/>
              <a:t>NO SWEAT NO GLORY</a:t>
            </a:r>
          </a:p>
        </p:txBody>
      </p:sp>
      <p:sp>
        <p:nvSpPr>
          <p:cNvPr id="6" name="Tijdelijke aanduiding voor dianummer 5">
            <a:extLst>
              <a:ext uri="{FF2B5EF4-FFF2-40B4-BE49-F238E27FC236}">
                <a16:creationId xmlns:a16="http://schemas.microsoft.com/office/drawing/2014/main" id="{B8BF0B4E-8C0C-DA40-A0AB-91787848856F}"/>
              </a:ext>
            </a:extLst>
          </p:cNvPr>
          <p:cNvSpPr>
            <a:spLocks noGrp="1"/>
          </p:cNvSpPr>
          <p:nvPr>
            <p:ph type="sldNum" sz="quarter" idx="12"/>
          </p:nvPr>
        </p:nvSpPr>
        <p:spPr/>
        <p:txBody>
          <a:bodyPr/>
          <a:lstStyle/>
          <a:p>
            <a:fld id="{C80CD2DA-5B10-E246-90EF-817287D95EF0}" type="slidenum">
              <a:rPr lang="nl-BE" smtClean="0"/>
              <a:t>‹nr.›</a:t>
            </a:fld>
            <a:endParaRPr lang="nl-BE"/>
          </a:p>
        </p:txBody>
      </p:sp>
      <p:sp>
        <p:nvSpPr>
          <p:cNvPr id="11" name="Tijdelijke aanduiding voor tekst 7">
            <a:extLst>
              <a:ext uri="{FF2B5EF4-FFF2-40B4-BE49-F238E27FC236}">
                <a16:creationId xmlns:a16="http://schemas.microsoft.com/office/drawing/2014/main" id="{A5729902-0054-5F75-1245-7ADAA09F45A2}"/>
              </a:ext>
            </a:extLst>
          </p:cNvPr>
          <p:cNvSpPr>
            <a:spLocks noGrp="1"/>
          </p:cNvSpPr>
          <p:nvPr>
            <p:ph type="body" sz="quarter" idx="14" hasCustomPrompt="1"/>
          </p:nvPr>
        </p:nvSpPr>
        <p:spPr>
          <a:xfrm>
            <a:off x="811402" y="1359843"/>
            <a:ext cx="5284597" cy="600012"/>
          </a:xfrm>
          <a:prstGeom prst="rect">
            <a:avLst/>
          </a:prstGeom>
        </p:spPr>
        <p:txBody>
          <a:bodyPr/>
          <a:lstStyle>
            <a:lvl1pPr marL="0" indent="0" algn="l">
              <a:buNone/>
              <a:defRPr sz="4800" b="0" i="0">
                <a:solidFill>
                  <a:srgbClr val="B4DEE8"/>
                </a:solidFill>
                <a:latin typeface="Söhne Breit Kräftig" panose="020B0505030202060203" pitchFamily="34" charset="77"/>
              </a:defRPr>
            </a:lvl1pPr>
          </a:lstStyle>
          <a:p>
            <a:pPr lvl="0"/>
            <a:r>
              <a:rPr lang="nl-BE" dirty="0"/>
              <a:t>Hoofdtitel</a:t>
            </a:r>
          </a:p>
        </p:txBody>
      </p:sp>
      <p:sp>
        <p:nvSpPr>
          <p:cNvPr id="14" name="Tijdelijke aanduiding voor tekst 7">
            <a:extLst>
              <a:ext uri="{FF2B5EF4-FFF2-40B4-BE49-F238E27FC236}">
                <a16:creationId xmlns:a16="http://schemas.microsoft.com/office/drawing/2014/main" id="{2A6CEA59-8824-B1F7-1373-39235E988838}"/>
              </a:ext>
            </a:extLst>
          </p:cNvPr>
          <p:cNvSpPr>
            <a:spLocks noGrp="1"/>
          </p:cNvSpPr>
          <p:nvPr>
            <p:ph type="body" sz="quarter" idx="15" hasCustomPrompt="1"/>
          </p:nvPr>
        </p:nvSpPr>
        <p:spPr>
          <a:xfrm>
            <a:off x="811403" y="1053633"/>
            <a:ext cx="5284598" cy="365126"/>
          </a:xfrm>
          <a:prstGeom prst="rect">
            <a:avLst/>
          </a:prstGeom>
        </p:spPr>
        <p:txBody>
          <a:bodyPr/>
          <a:lstStyle>
            <a:lvl1pPr marL="0" indent="0" algn="l">
              <a:buNone/>
              <a:defRPr sz="1600" b="0" i="0">
                <a:solidFill>
                  <a:srgbClr val="F4F6F9"/>
                </a:solidFill>
                <a:latin typeface="Söhne Breit Leicht" panose="020B0305030202060203" pitchFamily="34" charset="77"/>
              </a:defRPr>
            </a:lvl1pPr>
          </a:lstStyle>
          <a:p>
            <a:pPr lvl="0"/>
            <a:r>
              <a:rPr lang="nl-BE" dirty="0"/>
              <a:t>Subtitel</a:t>
            </a:r>
          </a:p>
        </p:txBody>
      </p:sp>
      <p:pic>
        <p:nvPicPr>
          <p:cNvPr id="3" name="Picture 2">
            <a:extLst>
              <a:ext uri="{FF2B5EF4-FFF2-40B4-BE49-F238E27FC236}">
                <a16:creationId xmlns:a16="http://schemas.microsoft.com/office/drawing/2014/main" id="{9E2FD27F-1F82-5DB0-6FF6-A8EC1347C03E}"/>
              </a:ext>
            </a:extLst>
          </p:cNvPr>
          <p:cNvPicPr>
            <a:picLocks noChangeAspect="1"/>
          </p:cNvPicPr>
          <p:nvPr userDrawn="1"/>
        </p:nvPicPr>
        <p:blipFill>
          <a:blip r:embed="rId2"/>
          <a:stretch>
            <a:fillRect/>
          </a:stretch>
        </p:blipFill>
        <p:spPr>
          <a:xfrm>
            <a:off x="11219603" y="270207"/>
            <a:ext cx="648996" cy="766734"/>
          </a:xfrm>
          <a:prstGeom prst="rect">
            <a:avLst/>
          </a:prstGeom>
        </p:spPr>
      </p:pic>
    </p:spTree>
    <p:extLst>
      <p:ext uri="{BB962C8B-B14F-4D97-AF65-F5344CB8AC3E}">
        <p14:creationId xmlns:p14="http://schemas.microsoft.com/office/powerpoint/2010/main" val="1673803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erticale titel en tekst">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468821F7-38FD-BCF3-A090-14E6E63F1A95}"/>
              </a:ext>
            </a:extLst>
          </p:cNvPr>
          <p:cNvSpPr/>
          <p:nvPr userDrawn="1"/>
        </p:nvSpPr>
        <p:spPr>
          <a:xfrm rot="900000">
            <a:off x="6220748" y="-1206310"/>
            <a:ext cx="6825558" cy="9318478"/>
          </a:xfrm>
          <a:prstGeom prst="rect">
            <a:avLst/>
          </a:prstGeom>
          <a:solidFill>
            <a:srgbClr val="B4DE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Tijdelijke aanduiding voor tekst 9">
            <a:extLst>
              <a:ext uri="{FF2B5EF4-FFF2-40B4-BE49-F238E27FC236}">
                <a16:creationId xmlns:a16="http://schemas.microsoft.com/office/drawing/2014/main" id="{DA0D43F7-6E60-89CB-C988-7DBFF0B07985}"/>
              </a:ext>
            </a:extLst>
          </p:cNvPr>
          <p:cNvSpPr>
            <a:spLocks noGrp="1"/>
          </p:cNvSpPr>
          <p:nvPr>
            <p:ph type="body" sz="quarter" idx="10" hasCustomPrompt="1"/>
          </p:nvPr>
        </p:nvSpPr>
        <p:spPr>
          <a:xfrm>
            <a:off x="1148576" y="2657569"/>
            <a:ext cx="4978400" cy="1376292"/>
          </a:xfrm>
          <a:prstGeom prst="rect">
            <a:avLst/>
          </a:prstGeom>
        </p:spPr>
        <p:txBody>
          <a:bodyPr/>
          <a:lstStyle>
            <a:lvl1pPr marL="0" indent="0">
              <a:buNone/>
              <a:defRPr sz="12000" b="1" i="1">
                <a:solidFill>
                  <a:srgbClr val="B4DEE8"/>
                </a:solidFill>
                <a:latin typeface="Söhne Schmal Halbfett Kursiv" panose="02060506060206060203" pitchFamily="18" charset="77"/>
              </a:defRPr>
            </a:lvl1pPr>
          </a:lstStyle>
          <a:p>
            <a:pPr lvl="0"/>
            <a:r>
              <a:rPr lang="nl-BE" dirty="0"/>
              <a:t>TO ASSIST</a:t>
            </a:r>
          </a:p>
        </p:txBody>
      </p:sp>
      <p:sp>
        <p:nvSpPr>
          <p:cNvPr id="11" name="Tijdelijke aanduiding voor tekst 9">
            <a:extLst>
              <a:ext uri="{FF2B5EF4-FFF2-40B4-BE49-F238E27FC236}">
                <a16:creationId xmlns:a16="http://schemas.microsoft.com/office/drawing/2014/main" id="{272AD311-41AC-F221-281A-071B8A197907}"/>
              </a:ext>
            </a:extLst>
          </p:cNvPr>
          <p:cNvSpPr>
            <a:spLocks noGrp="1"/>
          </p:cNvSpPr>
          <p:nvPr>
            <p:ph type="body" sz="quarter" idx="11" hasCustomPrompt="1"/>
          </p:nvPr>
        </p:nvSpPr>
        <p:spPr>
          <a:xfrm>
            <a:off x="6527800" y="2657569"/>
            <a:ext cx="4978400" cy="1376292"/>
          </a:xfrm>
          <a:prstGeom prst="rect">
            <a:avLst/>
          </a:prstGeom>
        </p:spPr>
        <p:txBody>
          <a:bodyPr/>
          <a:lstStyle>
            <a:lvl1pPr marL="0" indent="0">
              <a:buNone/>
              <a:defRPr sz="12000" b="1" i="1">
                <a:solidFill>
                  <a:srgbClr val="0C121A"/>
                </a:solidFill>
                <a:latin typeface="Söhne Schmal Halbfett Kursiv" panose="02060506060206060203" pitchFamily="18" charset="77"/>
              </a:defRPr>
            </a:lvl1pPr>
          </a:lstStyle>
          <a:p>
            <a:pPr lvl="0"/>
            <a:r>
              <a:rPr lang="nl-NL" dirty="0"/>
              <a:t>YOUR WINS</a:t>
            </a:r>
            <a:endParaRPr lang="nl-BE" dirty="0"/>
          </a:p>
        </p:txBody>
      </p:sp>
    </p:spTree>
    <p:extLst>
      <p:ext uri="{BB962C8B-B14F-4D97-AF65-F5344CB8AC3E}">
        <p14:creationId xmlns:p14="http://schemas.microsoft.com/office/powerpoint/2010/main" val="4060879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D121A"/>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FBF7D84D-87B9-ECBE-DE1A-6A2239F96A0D}"/>
              </a:ext>
            </a:extLst>
          </p:cNvPr>
          <p:cNvSpPr>
            <a:spLocks noGrp="1"/>
          </p:cNvSpPr>
          <p:nvPr>
            <p:ph type="ftr" sz="quarter" idx="3"/>
          </p:nvPr>
        </p:nvSpPr>
        <p:spPr>
          <a:xfrm rot="16200000">
            <a:off x="-1617732" y="3246437"/>
            <a:ext cx="4114800" cy="365125"/>
          </a:xfrm>
          <a:prstGeom prst="rect">
            <a:avLst/>
          </a:prstGeom>
        </p:spPr>
        <p:txBody>
          <a:bodyPr vert="horz" lIns="91440" tIns="45720" rIns="91440" bIns="45720" rtlCol="0" anchor="ctr"/>
          <a:lstStyle>
            <a:lvl1pPr algn="ctr">
              <a:defRPr sz="800" b="0" i="0">
                <a:solidFill>
                  <a:schemeClr val="bg1"/>
                </a:solidFill>
                <a:latin typeface="Söhne Breit" panose="020B0505030202060203" pitchFamily="34" charset="77"/>
              </a:defRPr>
            </a:lvl1pPr>
          </a:lstStyle>
          <a:p>
            <a:r>
              <a:rPr lang="nl-BE"/>
              <a:t>NO SWEAT NO GLORY</a:t>
            </a:r>
            <a:endParaRPr lang="nl-BE" dirty="0"/>
          </a:p>
        </p:txBody>
      </p:sp>
      <p:sp>
        <p:nvSpPr>
          <p:cNvPr id="6" name="Tijdelijke aanduiding voor dianummer 5">
            <a:extLst>
              <a:ext uri="{FF2B5EF4-FFF2-40B4-BE49-F238E27FC236}">
                <a16:creationId xmlns:a16="http://schemas.microsoft.com/office/drawing/2014/main" id="{04DDBAC2-5B65-C891-453D-BAC1422D3B99}"/>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800" b="0" i="0">
                <a:solidFill>
                  <a:schemeClr val="bg1"/>
                </a:solidFill>
                <a:latin typeface="Söhne Breit" panose="020B0505030202060203" pitchFamily="34" charset="77"/>
              </a:defRPr>
            </a:lvl1pPr>
          </a:lstStyle>
          <a:p>
            <a:fld id="{C80CD2DA-5B10-E246-90EF-817287D95EF0}" type="slidenum">
              <a:rPr lang="nl-BE" smtClean="0"/>
              <a:pPr/>
              <a:t>‹nr.›</a:t>
            </a:fld>
            <a:endParaRPr lang="nl-BE" dirty="0"/>
          </a:p>
        </p:txBody>
      </p:sp>
    </p:spTree>
    <p:extLst>
      <p:ext uri="{BB962C8B-B14F-4D97-AF65-F5344CB8AC3E}">
        <p14:creationId xmlns:p14="http://schemas.microsoft.com/office/powerpoint/2010/main" val="132919486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4F6F9"/>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FBF7D84D-87B9-ECBE-DE1A-6A2239F96A0D}"/>
              </a:ext>
            </a:extLst>
          </p:cNvPr>
          <p:cNvSpPr>
            <a:spLocks noGrp="1"/>
          </p:cNvSpPr>
          <p:nvPr>
            <p:ph type="ftr" sz="quarter" idx="3"/>
          </p:nvPr>
        </p:nvSpPr>
        <p:spPr>
          <a:xfrm rot="16200000">
            <a:off x="-1617732" y="3246437"/>
            <a:ext cx="4114800" cy="365125"/>
          </a:xfrm>
          <a:prstGeom prst="rect">
            <a:avLst/>
          </a:prstGeom>
        </p:spPr>
        <p:txBody>
          <a:bodyPr vert="horz" lIns="91440" tIns="45720" rIns="91440" bIns="45720" rtlCol="0" anchor="ctr"/>
          <a:lstStyle>
            <a:lvl1pPr algn="ctr">
              <a:defRPr sz="800" b="0" i="0">
                <a:solidFill>
                  <a:srgbClr val="191E25"/>
                </a:solidFill>
                <a:latin typeface="Söhne Breit" panose="020B0505030202060203" pitchFamily="34" charset="77"/>
              </a:defRPr>
            </a:lvl1pPr>
          </a:lstStyle>
          <a:p>
            <a:r>
              <a:rPr lang="nl-BE" dirty="0"/>
              <a:t>NO SWEAT NO GLORY</a:t>
            </a:r>
          </a:p>
        </p:txBody>
      </p:sp>
      <p:sp>
        <p:nvSpPr>
          <p:cNvPr id="6" name="Tijdelijke aanduiding voor dianummer 5">
            <a:extLst>
              <a:ext uri="{FF2B5EF4-FFF2-40B4-BE49-F238E27FC236}">
                <a16:creationId xmlns:a16="http://schemas.microsoft.com/office/drawing/2014/main" id="{04DDBAC2-5B65-C891-453D-BAC1422D3B99}"/>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800" b="0" i="0">
                <a:solidFill>
                  <a:srgbClr val="191E25"/>
                </a:solidFill>
                <a:latin typeface="Söhne Breit" panose="020B0505030202060203" pitchFamily="34" charset="77"/>
              </a:defRPr>
            </a:lvl1pPr>
          </a:lstStyle>
          <a:p>
            <a:fld id="{C80CD2DA-5B10-E246-90EF-817287D95EF0}" type="slidenum">
              <a:rPr lang="nl-BE" smtClean="0"/>
              <a:pPr/>
              <a:t>‹nr.›</a:t>
            </a:fld>
            <a:endParaRPr lang="nl-BE" dirty="0"/>
          </a:p>
        </p:txBody>
      </p:sp>
    </p:spTree>
    <p:extLst>
      <p:ext uri="{BB962C8B-B14F-4D97-AF65-F5344CB8AC3E}">
        <p14:creationId xmlns:p14="http://schemas.microsoft.com/office/powerpoint/2010/main" val="230610292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FBF7D84D-87B9-ECBE-DE1A-6A2239F96A0D}"/>
              </a:ext>
            </a:extLst>
          </p:cNvPr>
          <p:cNvSpPr>
            <a:spLocks noGrp="1"/>
          </p:cNvSpPr>
          <p:nvPr>
            <p:ph type="ftr" sz="quarter" idx="3"/>
          </p:nvPr>
        </p:nvSpPr>
        <p:spPr>
          <a:xfrm rot="16200000">
            <a:off x="-1617732" y="3246437"/>
            <a:ext cx="4114800" cy="365125"/>
          </a:xfrm>
          <a:prstGeom prst="rect">
            <a:avLst/>
          </a:prstGeom>
        </p:spPr>
        <p:txBody>
          <a:bodyPr vert="horz" lIns="91440" tIns="45720" rIns="91440" bIns="45720" rtlCol="0" anchor="ctr"/>
          <a:lstStyle>
            <a:lvl1pPr algn="ctr">
              <a:defRPr sz="800" b="0" i="0" spc="600">
                <a:solidFill>
                  <a:schemeClr val="bg1"/>
                </a:solidFill>
                <a:latin typeface="Söhne Breit" panose="020B0505030202060203" pitchFamily="34" charset="77"/>
              </a:defRPr>
            </a:lvl1pPr>
          </a:lstStyle>
          <a:p>
            <a:r>
              <a:rPr lang="nl-BE" dirty="0"/>
              <a:t>WE ARE NXT</a:t>
            </a:r>
          </a:p>
        </p:txBody>
      </p:sp>
      <p:sp>
        <p:nvSpPr>
          <p:cNvPr id="6" name="Tijdelijke aanduiding voor dianummer 5">
            <a:extLst>
              <a:ext uri="{FF2B5EF4-FFF2-40B4-BE49-F238E27FC236}">
                <a16:creationId xmlns:a16="http://schemas.microsoft.com/office/drawing/2014/main" id="{04DDBAC2-5B65-C891-453D-BAC1422D3B99}"/>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800" b="0" i="0">
                <a:solidFill>
                  <a:schemeClr val="bg1"/>
                </a:solidFill>
                <a:latin typeface="Söhne Breit" panose="020B0505030202060203" pitchFamily="34" charset="77"/>
              </a:defRPr>
            </a:lvl1pPr>
          </a:lstStyle>
          <a:p>
            <a:fld id="{C80CD2DA-5B10-E246-90EF-817287D95EF0}" type="slidenum">
              <a:rPr lang="nl-BE" smtClean="0"/>
              <a:pPr/>
              <a:t>‹nr.›</a:t>
            </a:fld>
            <a:endParaRPr lang="nl-BE" dirty="0"/>
          </a:p>
        </p:txBody>
      </p:sp>
    </p:spTree>
    <p:extLst>
      <p:ext uri="{BB962C8B-B14F-4D97-AF65-F5344CB8AC3E}">
        <p14:creationId xmlns:p14="http://schemas.microsoft.com/office/powerpoint/2010/main" val="209123852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D121A"/>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FBF7D84D-87B9-ECBE-DE1A-6A2239F96A0D}"/>
              </a:ext>
            </a:extLst>
          </p:cNvPr>
          <p:cNvSpPr>
            <a:spLocks noGrp="1"/>
          </p:cNvSpPr>
          <p:nvPr>
            <p:ph type="ftr" sz="quarter" idx="3"/>
          </p:nvPr>
        </p:nvSpPr>
        <p:spPr>
          <a:xfrm rot="16200000">
            <a:off x="-1617732" y="3246437"/>
            <a:ext cx="4114800" cy="365125"/>
          </a:xfrm>
          <a:prstGeom prst="rect">
            <a:avLst/>
          </a:prstGeom>
        </p:spPr>
        <p:txBody>
          <a:bodyPr vert="horz" lIns="91440" tIns="45720" rIns="91440" bIns="45720" rtlCol="0" anchor="ctr"/>
          <a:lstStyle>
            <a:lvl1pPr algn="ctr">
              <a:defRPr sz="800" b="0" i="0">
                <a:solidFill>
                  <a:schemeClr val="bg1"/>
                </a:solidFill>
                <a:latin typeface="Söhne Breit" panose="020B0505030202060203" pitchFamily="34" charset="77"/>
              </a:defRPr>
            </a:lvl1pPr>
          </a:lstStyle>
          <a:p>
            <a:r>
              <a:rPr lang="nl-BE" dirty="0"/>
              <a:t>TO ASSIST YOUR WINS</a:t>
            </a:r>
          </a:p>
        </p:txBody>
      </p:sp>
      <p:sp>
        <p:nvSpPr>
          <p:cNvPr id="6" name="Tijdelijke aanduiding voor dianummer 5">
            <a:extLst>
              <a:ext uri="{FF2B5EF4-FFF2-40B4-BE49-F238E27FC236}">
                <a16:creationId xmlns:a16="http://schemas.microsoft.com/office/drawing/2014/main" id="{04DDBAC2-5B65-C891-453D-BAC1422D3B99}"/>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800" b="0" i="0">
                <a:solidFill>
                  <a:schemeClr val="bg1"/>
                </a:solidFill>
                <a:latin typeface="Söhne Breit" panose="020B0505030202060203" pitchFamily="34" charset="77"/>
              </a:defRPr>
            </a:lvl1pPr>
          </a:lstStyle>
          <a:p>
            <a:fld id="{C80CD2DA-5B10-E246-90EF-817287D95EF0}" type="slidenum">
              <a:rPr lang="nl-BE" smtClean="0"/>
              <a:pPr/>
              <a:t>‹nr.›</a:t>
            </a:fld>
            <a:endParaRPr lang="nl-BE" dirty="0"/>
          </a:p>
        </p:txBody>
      </p:sp>
    </p:spTree>
    <p:extLst>
      <p:ext uri="{BB962C8B-B14F-4D97-AF65-F5344CB8AC3E}">
        <p14:creationId xmlns:p14="http://schemas.microsoft.com/office/powerpoint/2010/main" val="61215859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28" r:id="rId6"/>
    <p:sldLayoutId id="2147483717" r:id="rId7"/>
    <p:sldLayoutId id="2147483718" r:id="rId8"/>
    <p:sldLayoutId id="2147483719" r:id="rId9"/>
    <p:sldLayoutId id="2147483720" r:id="rId10"/>
    <p:sldLayoutId id="2147483725" r:id="rId11"/>
    <p:sldLayoutId id="2147483721" r:id="rId12"/>
    <p:sldLayoutId id="2147483726" r:id="rId13"/>
    <p:sldLayoutId id="2147483727" r:id="rId14"/>
    <p:sldLayoutId id="2147483722" r:id="rId15"/>
    <p:sldLayoutId id="2147483723" r:id="rId16"/>
    <p:sldLayoutId id="2147483724"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image" Target="../media/image14.pn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27.jpeg"/><Relationship Id="rId1" Type="http://schemas.openxmlformats.org/officeDocument/2006/relationships/slideLayout" Target="../slideLayouts/slideLayout2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5" Type="http://schemas.openxmlformats.org/officeDocument/2006/relationships/image" Target="../media/image2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79EDB-CC2D-D9A2-AB7B-0C972D211498}"/>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222407F6-E49E-EBE7-D381-8575E52BCE55}"/>
              </a:ext>
            </a:extLst>
          </p:cNvPr>
          <p:cNvSpPr>
            <a:spLocks noGrp="1"/>
          </p:cNvSpPr>
          <p:nvPr>
            <p:ph type="ftr" sz="quarter" idx="11"/>
          </p:nvPr>
        </p:nvSpPr>
        <p:spPr/>
        <p:txBody>
          <a:bodyPr/>
          <a:lstStyle/>
          <a:p>
            <a:r>
              <a:rPr lang="nl-BE" dirty="0"/>
              <a:t>WE ARE YLA</a:t>
            </a:r>
          </a:p>
        </p:txBody>
      </p:sp>
      <p:pic>
        <p:nvPicPr>
          <p:cNvPr id="6" name="Afbeelding 5" descr="Afbeelding met tekst, Lettertype, Graphics, logo&#10;&#10;Door AI gegenereerde inhoud is mogelijk onjuist.">
            <a:extLst>
              <a:ext uri="{FF2B5EF4-FFF2-40B4-BE49-F238E27FC236}">
                <a16:creationId xmlns:a16="http://schemas.microsoft.com/office/drawing/2014/main" id="{8D5D02A2-0669-8651-DD0D-A714D0297389}"/>
              </a:ext>
            </a:extLst>
          </p:cNvPr>
          <p:cNvPicPr>
            <a:picLocks noChangeAspect="1"/>
          </p:cNvPicPr>
          <p:nvPr/>
        </p:nvPicPr>
        <p:blipFill>
          <a:blip r:embed="rId3"/>
          <a:stretch>
            <a:fillRect/>
          </a:stretch>
        </p:blipFill>
        <p:spPr>
          <a:xfrm>
            <a:off x="10779842" y="312806"/>
            <a:ext cx="1147916" cy="479875"/>
          </a:xfrm>
          <a:prstGeom prst="rect">
            <a:avLst/>
          </a:prstGeom>
          <a:solidFill>
            <a:schemeClr val="tx1"/>
          </a:solidFill>
        </p:spPr>
      </p:pic>
      <p:sp>
        <p:nvSpPr>
          <p:cNvPr id="15" name="Titel 3">
            <a:extLst>
              <a:ext uri="{FF2B5EF4-FFF2-40B4-BE49-F238E27FC236}">
                <a16:creationId xmlns:a16="http://schemas.microsoft.com/office/drawing/2014/main" id="{3D304EE2-FF80-8AE0-8176-643C8DE5E352}"/>
              </a:ext>
            </a:extLst>
          </p:cNvPr>
          <p:cNvSpPr>
            <a:spLocks noGrp="1"/>
          </p:cNvSpPr>
          <p:nvPr>
            <p:ph type="title"/>
          </p:nvPr>
        </p:nvSpPr>
        <p:spPr>
          <a:xfrm>
            <a:off x="3540793" y="305450"/>
            <a:ext cx="5118891" cy="600783"/>
          </a:xfrm>
        </p:spPr>
        <p:txBody>
          <a:bodyPr/>
          <a:lstStyle/>
          <a:p>
            <a:pPr algn="ctr"/>
            <a:r>
              <a:rPr lang="nl-NL" sz="7000" dirty="0"/>
              <a:t>COMPETITION X</a:t>
            </a:r>
            <a:endParaRPr lang="nl-BE" sz="7000" dirty="0"/>
          </a:p>
        </p:txBody>
      </p:sp>
      <p:sp>
        <p:nvSpPr>
          <p:cNvPr id="16" name="Tekstvak 15">
            <a:extLst>
              <a:ext uri="{FF2B5EF4-FFF2-40B4-BE49-F238E27FC236}">
                <a16:creationId xmlns:a16="http://schemas.microsoft.com/office/drawing/2014/main" id="{5522E191-1B7D-4055-5164-11569CCD7704}"/>
              </a:ext>
            </a:extLst>
          </p:cNvPr>
          <p:cNvSpPr txBox="1"/>
          <p:nvPr/>
        </p:nvSpPr>
        <p:spPr>
          <a:xfrm>
            <a:off x="9860911" y="4852419"/>
            <a:ext cx="1547026" cy="32316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lvl="0" algn="ctr">
              <a:defRPr sz="1800" b="0" i="0" u="none" strike="noStrike" kern="0" cap="none" spc="0" baseline="0">
                <a:solidFill>
                  <a:srgbClr val="000000"/>
                </a:solidFill>
                <a:uFillTx/>
              </a:defRPr>
            </a:pPr>
            <a:r>
              <a:rPr lang="nl-BE" sz="1500" b="1" dirty="0">
                <a:solidFill>
                  <a:schemeClr val="bg1"/>
                </a:solidFill>
                <a:latin typeface="Aharoni" pitchFamily="2"/>
                <a:cs typeface="Aharoni" pitchFamily="2"/>
              </a:rPr>
              <a:t>KICK OFF</a:t>
            </a:r>
          </a:p>
        </p:txBody>
      </p:sp>
      <p:sp>
        <p:nvSpPr>
          <p:cNvPr id="17" name="Tekstvak 16">
            <a:extLst>
              <a:ext uri="{FF2B5EF4-FFF2-40B4-BE49-F238E27FC236}">
                <a16:creationId xmlns:a16="http://schemas.microsoft.com/office/drawing/2014/main" id="{4D7073CB-E783-3989-2EBA-D57305422A7C}"/>
              </a:ext>
            </a:extLst>
          </p:cNvPr>
          <p:cNvSpPr txBox="1"/>
          <p:nvPr/>
        </p:nvSpPr>
        <p:spPr>
          <a:xfrm>
            <a:off x="6383695" y="4852418"/>
            <a:ext cx="1547026" cy="32316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lvl="0" algn="ctr">
              <a:defRPr sz="1800" b="0" i="0" u="none" strike="noStrike" kern="0" cap="none" spc="0" baseline="0">
                <a:solidFill>
                  <a:srgbClr val="000000"/>
                </a:solidFill>
                <a:uFillTx/>
              </a:defRPr>
            </a:pPr>
            <a:r>
              <a:rPr lang="nl-BE" sz="1500" b="1" dirty="0">
                <a:solidFill>
                  <a:schemeClr val="bg1"/>
                </a:solidFill>
                <a:latin typeface="Aharoni" pitchFamily="2"/>
                <a:cs typeface="Aharoni" pitchFamily="2"/>
              </a:rPr>
              <a:t>READY UP</a:t>
            </a:r>
          </a:p>
        </p:txBody>
      </p:sp>
      <p:sp>
        <p:nvSpPr>
          <p:cNvPr id="18" name="Tekstvak 17">
            <a:extLst>
              <a:ext uri="{FF2B5EF4-FFF2-40B4-BE49-F238E27FC236}">
                <a16:creationId xmlns:a16="http://schemas.microsoft.com/office/drawing/2014/main" id="{0010A584-95C0-CB8B-2C9D-75DCEB61100B}"/>
              </a:ext>
            </a:extLst>
          </p:cNvPr>
          <p:cNvSpPr txBox="1"/>
          <p:nvPr/>
        </p:nvSpPr>
        <p:spPr>
          <a:xfrm>
            <a:off x="4588927" y="4852418"/>
            <a:ext cx="1547026" cy="32316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lvl="0" algn="ctr">
              <a:defRPr sz="1800" b="0" i="0" u="none" strike="noStrike" kern="0" cap="none" spc="0" baseline="0">
                <a:solidFill>
                  <a:srgbClr val="000000"/>
                </a:solidFill>
                <a:uFillTx/>
              </a:defRPr>
            </a:pPr>
            <a:r>
              <a:rPr lang="nl-BE" sz="1500" b="1" dirty="0">
                <a:solidFill>
                  <a:schemeClr val="bg1"/>
                </a:solidFill>
                <a:latin typeface="Aharoni" pitchFamily="2"/>
                <a:cs typeface="Aharoni" pitchFamily="2"/>
              </a:rPr>
              <a:t>TEAMTALK</a:t>
            </a:r>
          </a:p>
        </p:txBody>
      </p:sp>
      <p:sp>
        <p:nvSpPr>
          <p:cNvPr id="19" name="Tekstvak 18">
            <a:extLst>
              <a:ext uri="{FF2B5EF4-FFF2-40B4-BE49-F238E27FC236}">
                <a16:creationId xmlns:a16="http://schemas.microsoft.com/office/drawing/2014/main" id="{979798EF-C12F-7C67-AB33-071588DDC5AD}"/>
              </a:ext>
            </a:extLst>
          </p:cNvPr>
          <p:cNvSpPr txBox="1"/>
          <p:nvPr/>
        </p:nvSpPr>
        <p:spPr>
          <a:xfrm>
            <a:off x="874410" y="4853279"/>
            <a:ext cx="1547026" cy="32316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lvl="0" algn="ctr">
              <a:defRPr sz="1800" b="0" i="0" u="none" strike="noStrike" kern="0" cap="none" spc="0" baseline="0">
                <a:solidFill>
                  <a:srgbClr val="000000"/>
                </a:solidFill>
                <a:uFillTx/>
              </a:defRPr>
            </a:pPr>
            <a:r>
              <a:rPr lang="nl-BE" sz="1500" b="1" dirty="0">
                <a:solidFill>
                  <a:schemeClr val="bg1"/>
                </a:solidFill>
                <a:latin typeface="Aharoni" pitchFamily="2"/>
                <a:cs typeface="Aharoni" pitchFamily="2"/>
              </a:rPr>
              <a:t>GAMEMEAL</a:t>
            </a:r>
          </a:p>
        </p:txBody>
      </p:sp>
      <p:sp>
        <p:nvSpPr>
          <p:cNvPr id="20" name="Tekstvak 19">
            <a:extLst>
              <a:ext uri="{FF2B5EF4-FFF2-40B4-BE49-F238E27FC236}">
                <a16:creationId xmlns:a16="http://schemas.microsoft.com/office/drawing/2014/main" id="{DA0F01FD-25B4-0CC5-742F-68674C3B42C4}"/>
              </a:ext>
            </a:extLst>
          </p:cNvPr>
          <p:cNvSpPr txBox="1"/>
          <p:nvPr/>
        </p:nvSpPr>
        <p:spPr>
          <a:xfrm>
            <a:off x="8122303" y="4852419"/>
            <a:ext cx="1547026" cy="32316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lvl="0" algn="ctr">
              <a:defRPr sz="1800" b="0" i="0" u="none" strike="noStrike" kern="0" cap="none" spc="0" baseline="0">
                <a:solidFill>
                  <a:srgbClr val="000000"/>
                </a:solidFill>
                <a:uFillTx/>
              </a:defRPr>
            </a:pPr>
            <a:r>
              <a:rPr lang="nl-BE" sz="1500" b="1" dirty="0">
                <a:solidFill>
                  <a:schemeClr val="bg1"/>
                </a:solidFill>
                <a:latin typeface="Aharoni" pitchFamily="2"/>
                <a:cs typeface="Aharoni" pitchFamily="2"/>
              </a:rPr>
              <a:t>WARMING UP</a:t>
            </a:r>
          </a:p>
        </p:txBody>
      </p:sp>
      <p:sp>
        <p:nvSpPr>
          <p:cNvPr id="21" name="Tekstvak 20">
            <a:extLst>
              <a:ext uri="{FF2B5EF4-FFF2-40B4-BE49-F238E27FC236}">
                <a16:creationId xmlns:a16="http://schemas.microsoft.com/office/drawing/2014/main" id="{56961929-7968-81A6-F5AF-EDC10200AB02}"/>
              </a:ext>
            </a:extLst>
          </p:cNvPr>
          <p:cNvSpPr txBox="1"/>
          <p:nvPr/>
        </p:nvSpPr>
        <p:spPr>
          <a:xfrm>
            <a:off x="10317670" y="5209177"/>
            <a:ext cx="633507" cy="646331"/>
          </a:xfrm>
          <a:prstGeom prst="rect">
            <a:avLst/>
          </a:prstGeom>
          <a:noFill/>
          <a:ln>
            <a:noFill/>
          </a:ln>
        </p:spPr>
        <p:txBody>
          <a:bodyPr wrap="square" rtlCol="0">
            <a:spAutoFit/>
          </a:bodyPr>
          <a:lstStyle/>
          <a:p>
            <a:r>
              <a:rPr lang="nl-BE" sz="1800" b="1" dirty="0">
                <a:solidFill>
                  <a:schemeClr val="bg1"/>
                </a:solidFill>
                <a:effectLst>
                  <a:outerShdw dist="19048" dir="2700000">
                    <a:srgbClr val="000000"/>
                  </a:outerShdw>
                </a:effectLst>
                <a:latin typeface="Aharoni" pitchFamily="2"/>
                <a:cs typeface="Aharoni" pitchFamily="2"/>
              </a:rPr>
              <a:t>14:00</a:t>
            </a:r>
          </a:p>
          <a:p>
            <a:endParaRPr lang="nl-BE" sz="1800" dirty="0">
              <a:solidFill>
                <a:schemeClr val="bg1"/>
              </a:solidFill>
            </a:endParaRPr>
          </a:p>
        </p:txBody>
      </p:sp>
      <p:sp>
        <p:nvSpPr>
          <p:cNvPr id="22" name="Tekstvak 21">
            <a:extLst>
              <a:ext uri="{FF2B5EF4-FFF2-40B4-BE49-F238E27FC236}">
                <a16:creationId xmlns:a16="http://schemas.microsoft.com/office/drawing/2014/main" id="{35239652-359C-0518-B534-E04B2854856B}"/>
              </a:ext>
            </a:extLst>
          </p:cNvPr>
          <p:cNvSpPr txBox="1"/>
          <p:nvPr/>
        </p:nvSpPr>
        <p:spPr>
          <a:xfrm>
            <a:off x="8574747" y="5209177"/>
            <a:ext cx="633507" cy="646331"/>
          </a:xfrm>
          <a:prstGeom prst="rect">
            <a:avLst/>
          </a:prstGeom>
          <a:noFill/>
          <a:ln>
            <a:noFill/>
          </a:ln>
        </p:spPr>
        <p:txBody>
          <a:bodyPr wrap="square" rtlCol="0">
            <a:spAutoFit/>
          </a:bodyPr>
          <a:lstStyle/>
          <a:p>
            <a:r>
              <a:rPr lang="nl-BE" sz="1800" b="1" dirty="0">
                <a:solidFill>
                  <a:schemeClr val="bg1"/>
                </a:solidFill>
                <a:effectLst>
                  <a:outerShdw dist="19048" dir="2700000">
                    <a:srgbClr val="000000"/>
                  </a:outerShdw>
                </a:effectLst>
                <a:latin typeface="Aharoni" pitchFamily="2"/>
                <a:cs typeface="Aharoni" pitchFamily="2"/>
              </a:rPr>
              <a:t>13:25</a:t>
            </a:r>
          </a:p>
          <a:p>
            <a:endParaRPr lang="nl-BE" sz="1800" dirty="0">
              <a:solidFill>
                <a:schemeClr val="bg1"/>
              </a:solidFill>
            </a:endParaRPr>
          </a:p>
        </p:txBody>
      </p:sp>
      <p:sp>
        <p:nvSpPr>
          <p:cNvPr id="23" name="Tekstvak 22">
            <a:extLst>
              <a:ext uri="{FF2B5EF4-FFF2-40B4-BE49-F238E27FC236}">
                <a16:creationId xmlns:a16="http://schemas.microsoft.com/office/drawing/2014/main" id="{CC6FE2AC-FE42-ABC8-6634-A0A62492330B}"/>
              </a:ext>
            </a:extLst>
          </p:cNvPr>
          <p:cNvSpPr txBox="1"/>
          <p:nvPr/>
        </p:nvSpPr>
        <p:spPr>
          <a:xfrm>
            <a:off x="6840454" y="5209176"/>
            <a:ext cx="633507" cy="646331"/>
          </a:xfrm>
          <a:prstGeom prst="rect">
            <a:avLst/>
          </a:prstGeom>
          <a:noFill/>
          <a:ln>
            <a:noFill/>
          </a:ln>
        </p:spPr>
        <p:txBody>
          <a:bodyPr wrap="square" rtlCol="0">
            <a:spAutoFit/>
          </a:bodyPr>
          <a:lstStyle/>
          <a:p>
            <a:r>
              <a:rPr lang="nl-BE" sz="1800" b="1" dirty="0">
                <a:solidFill>
                  <a:schemeClr val="bg1"/>
                </a:solidFill>
                <a:effectLst>
                  <a:outerShdw dist="19048" dir="2700000">
                    <a:srgbClr val="000000"/>
                  </a:outerShdw>
                </a:effectLst>
                <a:latin typeface="Aharoni" pitchFamily="2"/>
                <a:cs typeface="Aharoni" pitchFamily="2"/>
              </a:rPr>
              <a:t>12:45</a:t>
            </a:r>
          </a:p>
          <a:p>
            <a:endParaRPr lang="nl-BE" sz="1800" dirty="0">
              <a:solidFill>
                <a:schemeClr val="bg1"/>
              </a:solidFill>
            </a:endParaRPr>
          </a:p>
        </p:txBody>
      </p:sp>
      <p:sp>
        <p:nvSpPr>
          <p:cNvPr id="24" name="Tekstvak 23">
            <a:extLst>
              <a:ext uri="{FF2B5EF4-FFF2-40B4-BE49-F238E27FC236}">
                <a16:creationId xmlns:a16="http://schemas.microsoft.com/office/drawing/2014/main" id="{7E26F696-0E40-E9D0-D90E-15DF628DAD18}"/>
              </a:ext>
            </a:extLst>
          </p:cNvPr>
          <p:cNvSpPr txBox="1"/>
          <p:nvPr/>
        </p:nvSpPr>
        <p:spPr>
          <a:xfrm>
            <a:off x="5045686" y="5175582"/>
            <a:ext cx="633507" cy="646331"/>
          </a:xfrm>
          <a:prstGeom prst="rect">
            <a:avLst/>
          </a:prstGeom>
          <a:noFill/>
          <a:ln>
            <a:noFill/>
          </a:ln>
        </p:spPr>
        <p:txBody>
          <a:bodyPr wrap="square" rtlCol="0">
            <a:spAutoFit/>
          </a:bodyPr>
          <a:lstStyle/>
          <a:p>
            <a:r>
              <a:rPr lang="nl-BE" sz="1800" b="1" dirty="0">
                <a:solidFill>
                  <a:schemeClr val="bg1"/>
                </a:solidFill>
                <a:effectLst>
                  <a:outerShdw dist="19048" dir="2700000">
                    <a:srgbClr val="000000"/>
                  </a:outerShdw>
                </a:effectLst>
                <a:latin typeface="Aharoni" pitchFamily="2"/>
                <a:cs typeface="Aharoni" pitchFamily="2"/>
              </a:rPr>
              <a:t>12:35</a:t>
            </a:r>
          </a:p>
          <a:p>
            <a:endParaRPr lang="nl-BE" sz="1800" dirty="0">
              <a:solidFill>
                <a:schemeClr val="bg1"/>
              </a:solidFill>
            </a:endParaRPr>
          </a:p>
        </p:txBody>
      </p:sp>
      <p:sp>
        <p:nvSpPr>
          <p:cNvPr id="25" name="Tekstvak 24">
            <a:extLst>
              <a:ext uri="{FF2B5EF4-FFF2-40B4-BE49-F238E27FC236}">
                <a16:creationId xmlns:a16="http://schemas.microsoft.com/office/drawing/2014/main" id="{228871CF-9C48-2527-D1FE-EACDCCDD0633}"/>
              </a:ext>
            </a:extLst>
          </p:cNvPr>
          <p:cNvSpPr txBox="1"/>
          <p:nvPr/>
        </p:nvSpPr>
        <p:spPr>
          <a:xfrm>
            <a:off x="1331169" y="5176443"/>
            <a:ext cx="633507" cy="646331"/>
          </a:xfrm>
          <a:prstGeom prst="rect">
            <a:avLst/>
          </a:prstGeom>
          <a:noFill/>
          <a:ln>
            <a:noFill/>
          </a:ln>
        </p:spPr>
        <p:txBody>
          <a:bodyPr wrap="square" rtlCol="0">
            <a:spAutoFit/>
          </a:bodyPr>
          <a:lstStyle/>
          <a:p>
            <a:r>
              <a:rPr lang="nl-BE" sz="1800" b="1" dirty="0">
                <a:solidFill>
                  <a:schemeClr val="bg1"/>
                </a:solidFill>
                <a:effectLst>
                  <a:outerShdw dist="19048" dir="2700000">
                    <a:srgbClr val="000000"/>
                  </a:outerShdw>
                </a:effectLst>
                <a:latin typeface="Aharoni" pitchFamily="2"/>
                <a:cs typeface="Aharoni" pitchFamily="2"/>
              </a:rPr>
              <a:t>11:00</a:t>
            </a:r>
          </a:p>
          <a:p>
            <a:endParaRPr lang="nl-BE" sz="1800" dirty="0">
              <a:solidFill>
                <a:schemeClr val="bg1"/>
              </a:solidFill>
            </a:endParaRPr>
          </a:p>
        </p:txBody>
      </p:sp>
      <p:sp>
        <p:nvSpPr>
          <p:cNvPr id="26" name="Pijl omlaag 36">
            <a:extLst>
              <a:ext uri="{FF2B5EF4-FFF2-40B4-BE49-F238E27FC236}">
                <a16:creationId xmlns:a16="http://schemas.microsoft.com/office/drawing/2014/main" id="{2C7E3143-EFA2-028D-1EB0-94CF831B0D51}"/>
              </a:ext>
            </a:extLst>
          </p:cNvPr>
          <p:cNvSpPr/>
          <p:nvPr/>
        </p:nvSpPr>
        <p:spPr>
          <a:xfrm rot="16200000">
            <a:off x="6026086" y="440627"/>
            <a:ext cx="394394" cy="10512359"/>
          </a:xfrm>
          <a:prstGeom prst="down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solidFill>
                <a:schemeClr val="bg1"/>
              </a:solidFill>
            </a:endParaRPr>
          </a:p>
        </p:txBody>
      </p:sp>
      <p:pic>
        <p:nvPicPr>
          <p:cNvPr id="27" name="Graphic 26" descr="Voetbal silhouet">
            <a:extLst>
              <a:ext uri="{FF2B5EF4-FFF2-40B4-BE49-F238E27FC236}">
                <a16:creationId xmlns:a16="http://schemas.microsoft.com/office/drawing/2014/main" id="{BFF04501-1D77-6568-4027-9D027220A5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34300" y="3898307"/>
            <a:ext cx="914400" cy="914400"/>
          </a:xfrm>
          <a:prstGeom prst="rect">
            <a:avLst/>
          </a:prstGeom>
        </p:spPr>
      </p:pic>
      <p:pic>
        <p:nvPicPr>
          <p:cNvPr id="28" name="Graphic 27" descr="Bus silhouet">
            <a:extLst>
              <a:ext uri="{FF2B5EF4-FFF2-40B4-BE49-F238E27FC236}">
                <a16:creationId xmlns:a16="http://schemas.microsoft.com/office/drawing/2014/main" id="{C297AB75-3C7E-1ACC-7724-C46CA2172E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88733" y="3991691"/>
            <a:ext cx="914400" cy="914400"/>
          </a:xfrm>
          <a:prstGeom prst="rect">
            <a:avLst/>
          </a:prstGeom>
        </p:spPr>
      </p:pic>
      <p:pic>
        <p:nvPicPr>
          <p:cNvPr id="29" name="Graphic 28" descr="T-shirt met lange mouwen silhouet">
            <a:extLst>
              <a:ext uri="{FF2B5EF4-FFF2-40B4-BE49-F238E27FC236}">
                <a16:creationId xmlns:a16="http://schemas.microsoft.com/office/drawing/2014/main" id="{9E1B7080-E73E-2878-555A-05691C1B98B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03201" y="3938332"/>
            <a:ext cx="914400" cy="914400"/>
          </a:xfrm>
          <a:prstGeom prst="rect">
            <a:avLst/>
          </a:prstGeom>
        </p:spPr>
      </p:pic>
      <p:pic>
        <p:nvPicPr>
          <p:cNvPr id="30" name="Graphic 29" descr="Klantbeoordeling silhouet">
            <a:extLst>
              <a:ext uri="{FF2B5EF4-FFF2-40B4-BE49-F238E27FC236}">
                <a16:creationId xmlns:a16="http://schemas.microsoft.com/office/drawing/2014/main" id="{AE18FE3C-B483-4371-834C-72B3C7D1B1E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95967" y="3900704"/>
            <a:ext cx="914400" cy="914400"/>
          </a:xfrm>
          <a:prstGeom prst="rect">
            <a:avLst/>
          </a:prstGeom>
        </p:spPr>
      </p:pic>
      <p:pic>
        <p:nvPicPr>
          <p:cNvPr id="31" name="Graphic 30" descr="Fluitje silhouet">
            <a:extLst>
              <a:ext uri="{FF2B5EF4-FFF2-40B4-BE49-F238E27FC236}">
                <a16:creationId xmlns:a16="http://schemas.microsoft.com/office/drawing/2014/main" id="{E787ED56-824B-BEFF-8430-A09B0C83675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17670" y="3938017"/>
            <a:ext cx="914400" cy="914400"/>
          </a:xfrm>
          <a:prstGeom prst="rect">
            <a:avLst/>
          </a:prstGeom>
        </p:spPr>
      </p:pic>
      <p:sp>
        <p:nvSpPr>
          <p:cNvPr id="32" name="Tekstvak 31">
            <a:extLst>
              <a:ext uri="{FF2B5EF4-FFF2-40B4-BE49-F238E27FC236}">
                <a16:creationId xmlns:a16="http://schemas.microsoft.com/office/drawing/2014/main" id="{F0CB6FFB-872F-689B-3B3B-FA62621695DB}"/>
              </a:ext>
            </a:extLst>
          </p:cNvPr>
          <p:cNvSpPr txBox="1"/>
          <p:nvPr/>
        </p:nvSpPr>
        <p:spPr>
          <a:xfrm>
            <a:off x="2731740" y="4842624"/>
            <a:ext cx="1547026" cy="32316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lvl="0" algn="ctr">
              <a:defRPr sz="1800" b="0" i="0" u="none" strike="noStrike" kern="0" cap="none" spc="0" baseline="0">
                <a:solidFill>
                  <a:srgbClr val="000000"/>
                </a:solidFill>
                <a:uFillTx/>
              </a:defRPr>
            </a:pPr>
            <a:r>
              <a:rPr lang="nl-BE" sz="1500" b="1" dirty="0">
                <a:solidFill>
                  <a:schemeClr val="bg1"/>
                </a:solidFill>
                <a:latin typeface="Aharoni" pitchFamily="2"/>
                <a:cs typeface="Aharoni" pitchFamily="2"/>
              </a:rPr>
              <a:t>ARRIVE</a:t>
            </a:r>
          </a:p>
        </p:txBody>
      </p:sp>
      <p:sp>
        <p:nvSpPr>
          <p:cNvPr id="33" name="Tekstvak 32">
            <a:extLst>
              <a:ext uri="{FF2B5EF4-FFF2-40B4-BE49-F238E27FC236}">
                <a16:creationId xmlns:a16="http://schemas.microsoft.com/office/drawing/2014/main" id="{8BC67CC6-B032-1AB7-CEB2-67BF7D664414}"/>
              </a:ext>
            </a:extLst>
          </p:cNvPr>
          <p:cNvSpPr txBox="1"/>
          <p:nvPr/>
        </p:nvSpPr>
        <p:spPr>
          <a:xfrm>
            <a:off x="3188499" y="5168113"/>
            <a:ext cx="633507" cy="369332"/>
          </a:xfrm>
          <a:prstGeom prst="rect">
            <a:avLst/>
          </a:prstGeom>
          <a:noFill/>
          <a:ln>
            <a:noFill/>
          </a:ln>
        </p:spPr>
        <p:txBody>
          <a:bodyPr wrap="square" rtlCol="0">
            <a:spAutoFit/>
          </a:bodyPr>
          <a:lstStyle/>
          <a:p>
            <a:r>
              <a:rPr lang="nl-BE" sz="1800" b="1" dirty="0">
                <a:solidFill>
                  <a:schemeClr val="bg1"/>
                </a:solidFill>
                <a:effectLst>
                  <a:outerShdw dist="19048" dir="2700000">
                    <a:srgbClr val="000000"/>
                  </a:outerShdw>
                </a:effectLst>
                <a:latin typeface="Aharoni" pitchFamily="2"/>
                <a:cs typeface="Aharoni" pitchFamily="2"/>
              </a:rPr>
              <a:t>12:30</a:t>
            </a:r>
            <a:endParaRPr lang="nl-BE" sz="1800" dirty="0">
              <a:solidFill>
                <a:schemeClr val="bg1"/>
              </a:solidFill>
            </a:endParaRPr>
          </a:p>
        </p:txBody>
      </p:sp>
      <p:sp>
        <p:nvSpPr>
          <p:cNvPr id="34" name="Tekstvak 33">
            <a:extLst>
              <a:ext uri="{FF2B5EF4-FFF2-40B4-BE49-F238E27FC236}">
                <a16:creationId xmlns:a16="http://schemas.microsoft.com/office/drawing/2014/main" id="{18D0C508-7187-7502-CE27-203F35B92AF5}"/>
              </a:ext>
            </a:extLst>
          </p:cNvPr>
          <p:cNvSpPr txBox="1"/>
          <p:nvPr/>
        </p:nvSpPr>
        <p:spPr>
          <a:xfrm>
            <a:off x="4236783" y="3239604"/>
            <a:ext cx="3726912"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JAN BREYDELSTADION – TERREIN 5 - NATUURGRAS</a:t>
            </a:r>
            <a:endParaRPr lang="nl-BE" sz="1800" dirty="0">
              <a:solidFill>
                <a:schemeClr val="bg1"/>
              </a:solidFill>
              <a:latin typeface="Söhne Schmal Halbfett" panose="020B0604020202020204"/>
            </a:endParaRPr>
          </a:p>
        </p:txBody>
      </p:sp>
      <p:sp>
        <p:nvSpPr>
          <p:cNvPr id="36" name="Titel 3">
            <a:extLst>
              <a:ext uri="{FF2B5EF4-FFF2-40B4-BE49-F238E27FC236}">
                <a16:creationId xmlns:a16="http://schemas.microsoft.com/office/drawing/2014/main" id="{D1226973-C4DD-B650-D4A0-D763FAEB5C99}"/>
              </a:ext>
            </a:extLst>
          </p:cNvPr>
          <p:cNvSpPr txBox="1">
            <a:spLocks/>
          </p:cNvSpPr>
          <p:nvPr/>
        </p:nvSpPr>
        <p:spPr>
          <a:xfrm>
            <a:off x="465134" y="2078750"/>
            <a:ext cx="11250518" cy="991856"/>
          </a:xfrm>
          <a:prstGeom prst="rect">
            <a:avLst/>
          </a:prstGeom>
        </p:spPr>
        <p:txBody>
          <a:bodyPr/>
          <a:lstStyle>
            <a:lvl1pPr algn="l" defTabSz="914400" rtl="0" eaLnBrk="1" latinLnBrk="0" hangingPunct="1">
              <a:lnSpc>
                <a:spcPct val="70000"/>
              </a:lnSpc>
              <a:spcBef>
                <a:spcPct val="0"/>
              </a:spcBef>
              <a:buNone/>
              <a:defRPr sz="20000" b="1" i="0" kern="1200">
                <a:solidFill>
                  <a:srgbClr val="191E25"/>
                </a:solidFill>
                <a:latin typeface="Söhne Schmal" panose="02060506060206060203" pitchFamily="18" charset="77"/>
                <a:ea typeface="+mj-ea"/>
                <a:cs typeface="+mj-cs"/>
              </a:defRPr>
            </a:lvl1pPr>
          </a:lstStyle>
          <a:p>
            <a:pPr algn="ctr"/>
            <a:r>
              <a:rPr lang="nl-NL" sz="7000" dirty="0">
                <a:solidFill>
                  <a:schemeClr val="bg1"/>
                </a:solidFill>
              </a:rPr>
              <a:t>VS</a:t>
            </a:r>
            <a:endParaRPr lang="nl-BE" sz="7000" dirty="0">
              <a:solidFill>
                <a:schemeClr val="bg1"/>
              </a:solidFill>
            </a:endParaRPr>
          </a:p>
        </p:txBody>
      </p:sp>
      <p:pic>
        <p:nvPicPr>
          <p:cNvPr id="37" name="Graphic 36" descr="Mes en vork met effen opvulling">
            <a:extLst>
              <a:ext uri="{FF2B5EF4-FFF2-40B4-BE49-F238E27FC236}">
                <a16:creationId xmlns:a16="http://schemas.microsoft.com/office/drawing/2014/main" id="{5B3A04B8-3E1D-10EB-00C3-D7A072CDE33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385827" y="4170126"/>
            <a:ext cx="584666" cy="584666"/>
          </a:xfrm>
          <a:prstGeom prst="rect">
            <a:avLst/>
          </a:prstGeom>
        </p:spPr>
      </p:pic>
      <p:cxnSp>
        <p:nvCxnSpPr>
          <p:cNvPr id="40" name="Rechte verbindingslijn 39">
            <a:extLst>
              <a:ext uri="{FF2B5EF4-FFF2-40B4-BE49-F238E27FC236}">
                <a16:creationId xmlns:a16="http://schemas.microsoft.com/office/drawing/2014/main" id="{9BDB8F4C-B4BA-62C7-E2B3-C7E9555E02AF}"/>
              </a:ext>
            </a:extLst>
          </p:cNvPr>
          <p:cNvCxnSpPr>
            <a:stCxn id="15" idx="1"/>
          </p:cNvCxnSpPr>
          <p:nvPr/>
        </p:nvCxnSpPr>
        <p:spPr>
          <a:xfrm flipH="1" flipV="1">
            <a:off x="439668" y="605841"/>
            <a:ext cx="3101125" cy="1"/>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cxnSp>
        <p:nvCxnSpPr>
          <p:cNvPr id="41" name="Rechte verbindingslijn 40">
            <a:extLst>
              <a:ext uri="{FF2B5EF4-FFF2-40B4-BE49-F238E27FC236}">
                <a16:creationId xmlns:a16="http://schemas.microsoft.com/office/drawing/2014/main" id="{0A3CCCB8-C285-64AA-CD6A-A67506005548}"/>
              </a:ext>
            </a:extLst>
          </p:cNvPr>
          <p:cNvCxnSpPr>
            <a:cxnSpLocks/>
          </p:cNvCxnSpPr>
          <p:nvPr/>
        </p:nvCxnSpPr>
        <p:spPr>
          <a:xfrm flipH="1">
            <a:off x="8564680" y="611265"/>
            <a:ext cx="2210190" cy="0"/>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pic>
        <p:nvPicPr>
          <p:cNvPr id="3" name="Picture 6" descr="club Brugge kv club symbool logo wit belgie liga Amerikaans voetbal  abstract ontwerp vector illustratie met zwart achtergrond 29595853  Vectorkunst bij Vecteezy">
            <a:extLst>
              <a:ext uri="{FF2B5EF4-FFF2-40B4-BE49-F238E27FC236}">
                <a16:creationId xmlns:a16="http://schemas.microsoft.com/office/drawing/2014/main" id="{C9E22997-95A5-1460-C6EA-6D46AE308B1D}"/>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26347" t="11995" r="24316" b="7807"/>
          <a:stretch/>
        </p:blipFill>
        <p:spPr bwMode="auto">
          <a:xfrm>
            <a:off x="4003133" y="1193562"/>
            <a:ext cx="1385644" cy="182113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Oh Leuven – Etixxsports">
            <a:extLst>
              <a:ext uri="{FF2B5EF4-FFF2-40B4-BE49-F238E27FC236}">
                <a16:creationId xmlns:a16="http://schemas.microsoft.com/office/drawing/2014/main" id="{69DADB22-4A59-5799-9AC6-6EA32058DC3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58342" y="1651714"/>
            <a:ext cx="1431237" cy="1120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7392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79EDB-CC2D-D9A2-AB7B-0C972D211498}"/>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222407F6-E49E-EBE7-D381-8575E52BCE55}"/>
              </a:ext>
            </a:extLst>
          </p:cNvPr>
          <p:cNvSpPr>
            <a:spLocks noGrp="1"/>
          </p:cNvSpPr>
          <p:nvPr>
            <p:ph type="ftr" sz="quarter" idx="11"/>
          </p:nvPr>
        </p:nvSpPr>
        <p:spPr/>
        <p:txBody>
          <a:bodyPr/>
          <a:lstStyle/>
          <a:p>
            <a:r>
              <a:rPr lang="nl-BE" dirty="0"/>
              <a:t>WE ARE YLA</a:t>
            </a:r>
          </a:p>
        </p:txBody>
      </p:sp>
      <p:pic>
        <p:nvPicPr>
          <p:cNvPr id="6" name="Afbeelding 5" descr="Afbeelding met tekst, Lettertype, Graphics, logo&#10;&#10;Door AI gegenereerde inhoud is mogelijk onjuist.">
            <a:extLst>
              <a:ext uri="{FF2B5EF4-FFF2-40B4-BE49-F238E27FC236}">
                <a16:creationId xmlns:a16="http://schemas.microsoft.com/office/drawing/2014/main" id="{8D5D02A2-0669-8651-DD0D-A714D0297389}"/>
              </a:ext>
            </a:extLst>
          </p:cNvPr>
          <p:cNvPicPr>
            <a:picLocks noChangeAspect="1"/>
          </p:cNvPicPr>
          <p:nvPr/>
        </p:nvPicPr>
        <p:blipFill>
          <a:blip r:embed="rId3"/>
          <a:stretch>
            <a:fillRect/>
          </a:stretch>
        </p:blipFill>
        <p:spPr>
          <a:xfrm>
            <a:off x="10779842" y="312806"/>
            <a:ext cx="1147916" cy="479875"/>
          </a:xfrm>
          <a:prstGeom prst="rect">
            <a:avLst/>
          </a:prstGeom>
          <a:solidFill>
            <a:schemeClr val="tx1"/>
          </a:solidFill>
        </p:spPr>
      </p:pic>
      <p:sp>
        <p:nvSpPr>
          <p:cNvPr id="15" name="Titel 3">
            <a:extLst>
              <a:ext uri="{FF2B5EF4-FFF2-40B4-BE49-F238E27FC236}">
                <a16:creationId xmlns:a16="http://schemas.microsoft.com/office/drawing/2014/main" id="{3D304EE2-FF80-8AE0-8176-643C8DE5E352}"/>
              </a:ext>
            </a:extLst>
          </p:cNvPr>
          <p:cNvSpPr>
            <a:spLocks noGrp="1"/>
          </p:cNvSpPr>
          <p:nvPr>
            <p:ph type="title"/>
          </p:nvPr>
        </p:nvSpPr>
        <p:spPr>
          <a:xfrm>
            <a:off x="3540793" y="305450"/>
            <a:ext cx="5118891" cy="600783"/>
          </a:xfrm>
        </p:spPr>
        <p:txBody>
          <a:bodyPr/>
          <a:lstStyle/>
          <a:p>
            <a:pPr algn="ctr"/>
            <a:r>
              <a:rPr lang="nl-NL" sz="7000" dirty="0"/>
              <a:t>COMPETITION X</a:t>
            </a:r>
            <a:endParaRPr lang="nl-BE" sz="7000" dirty="0"/>
          </a:p>
        </p:txBody>
      </p:sp>
      <p:sp>
        <p:nvSpPr>
          <p:cNvPr id="34" name="Tekstvak 33">
            <a:extLst>
              <a:ext uri="{FF2B5EF4-FFF2-40B4-BE49-F238E27FC236}">
                <a16:creationId xmlns:a16="http://schemas.microsoft.com/office/drawing/2014/main" id="{18D0C508-7187-7502-CE27-203F35B92AF5}"/>
              </a:ext>
            </a:extLst>
          </p:cNvPr>
          <p:cNvSpPr txBox="1"/>
          <p:nvPr/>
        </p:nvSpPr>
        <p:spPr>
          <a:xfrm>
            <a:off x="947483" y="1371599"/>
            <a:ext cx="538417" cy="369332"/>
          </a:xfrm>
          <a:prstGeom prst="rect">
            <a:avLst/>
          </a:prstGeom>
          <a:noFill/>
          <a:ln>
            <a:solidFill>
              <a:schemeClr val="bg1"/>
            </a:solidFill>
          </a:ln>
        </p:spPr>
        <p:txBody>
          <a:bodyPr wrap="square" rtlCol="0">
            <a:spAutoFit/>
          </a:bodyPr>
          <a:lstStyle/>
          <a:p>
            <a:pPr lvl="0" algn="ctr"/>
            <a:r>
              <a:rPr lang="nl-BE" b="1" dirty="0">
                <a:solidFill>
                  <a:schemeClr val="bg1"/>
                </a:solidFill>
                <a:latin typeface="Söhne Schmal Halbfett" panose="020B0604020202020204"/>
              </a:rPr>
              <a:t>2</a:t>
            </a:r>
            <a:endParaRPr lang="nl-BE" sz="1800" dirty="0">
              <a:solidFill>
                <a:schemeClr val="bg1"/>
              </a:solidFill>
              <a:latin typeface="Söhne Schmal Halbfett" panose="020B0604020202020204"/>
            </a:endParaRPr>
          </a:p>
        </p:txBody>
      </p:sp>
      <p:cxnSp>
        <p:nvCxnSpPr>
          <p:cNvPr id="40" name="Rechte verbindingslijn 39">
            <a:extLst>
              <a:ext uri="{FF2B5EF4-FFF2-40B4-BE49-F238E27FC236}">
                <a16:creationId xmlns:a16="http://schemas.microsoft.com/office/drawing/2014/main" id="{9BDB8F4C-B4BA-62C7-E2B3-C7E9555E02AF}"/>
              </a:ext>
            </a:extLst>
          </p:cNvPr>
          <p:cNvCxnSpPr>
            <a:stCxn id="15" idx="1"/>
          </p:cNvCxnSpPr>
          <p:nvPr/>
        </p:nvCxnSpPr>
        <p:spPr>
          <a:xfrm flipH="1" flipV="1">
            <a:off x="439668" y="605841"/>
            <a:ext cx="3101125" cy="1"/>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cxnSp>
        <p:nvCxnSpPr>
          <p:cNvPr id="41" name="Rechte verbindingslijn 40">
            <a:extLst>
              <a:ext uri="{FF2B5EF4-FFF2-40B4-BE49-F238E27FC236}">
                <a16:creationId xmlns:a16="http://schemas.microsoft.com/office/drawing/2014/main" id="{0A3CCCB8-C285-64AA-CD6A-A67506005548}"/>
              </a:ext>
            </a:extLst>
          </p:cNvPr>
          <p:cNvCxnSpPr>
            <a:cxnSpLocks/>
          </p:cNvCxnSpPr>
          <p:nvPr/>
        </p:nvCxnSpPr>
        <p:spPr>
          <a:xfrm flipH="1">
            <a:off x="8564680" y="611265"/>
            <a:ext cx="2210190" cy="0"/>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3" name="Tekstvak 2">
            <a:extLst>
              <a:ext uri="{FF2B5EF4-FFF2-40B4-BE49-F238E27FC236}">
                <a16:creationId xmlns:a16="http://schemas.microsoft.com/office/drawing/2014/main" id="{6B3D349E-0667-3439-73DC-9193425DA061}"/>
              </a:ext>
            </a:extLst>
          </p:cNvPr>
          <p:cNvSpPr txBox="1"/>
          <p:nvPr/>
        </p:nvSpPr>
        <p:spPr>
          <a:xfrm>
            <a:off x="1541943" y="1371599"/>
            <a:ext cx="3792057" cy="369332"/>
          </a:xfrm>
          <a:prstGeom prst="rect">
            <a:avLst/>
          </a:prstGeom>
          <a:noFill/>
          <a:ln>
            <a:solidFill>
              <a:schemeClr val="bg1"/>
            </a:solidFill>
          </a:ln>
        </p:spPr>
        <p:txBody>
          <a:bodyPr wrap="square" rtlCol="0">
            <a:spAutoFit/>
          </a:bodyPr>
          <a:lstStyle/>
          <a:p>
            <a:pPr lvl="0" algn="ctr"/>
            <a:r>
              <a:rPr lang="nl-BE" sz="1800" dirty="0">
                <a:solidFill>
                  <a:schemeClr val="bg1"/>
                </a:solidFill>
                <a:latin typeface="Söhne Schmal Halbfett" panose="020B0604020202020204"/>
              </a:rPr>
              <a:t>VAN KOOT MOISA</a:t>
            </a:r>
          </a:p>
        </p:txBody>
      </p:sp>
      <p:sp>
        <p:nvSpPr>
          <p:cNvPr id="4" name="Tekstvak 3">
            <a:extLst>
              <a:ext uri="{FF2B5EF4-FFF2-40B4-BE49-F238E27FC236}">
                <a16:creationId xmlns:a16="http://schemas.microsoft.com/office/drawing/2014/main" id="{FACF94E0-98BF-7CFF-C2A6-2D9D13C3F634}"/>
              </a:ext>
            </a:extLst>
          </p:cNvPr>
          <p:cNvSpPr txBox="1"/>
          <p:nvPr/>
        </p:nvSpPr>
        <p:spPr>
          <a:xfrm>
            <a:off x="947483" y="1836965"/>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4</a:t>
            </a:r>
            <a:endParaRPr lang="nl-BE" sz="1800" dirty="0">
              <a:solidFill>
                <a:schemeClr val="bg1"/>
              </a:solidFill>
              <a:latin typeface="Söhne Schmal Halbfett" panose="020B0604020202020204"/>
            </a:endParaRPr>
          </a:p>
        </p:txBody>
      </p:sp>
      <p:sp>
        <p:nvSpPr>
          <p:cNvPr id="5" name="Tekstvak 4">
            <a:extLst>
              <a:ext uri="{FF2B5EF4-FFF2-40B4-BE49-F238E27FC236}">
                <a16:creationId xmlns:a16="http://schemas.microsoft.com/office/drawing/2014/main" id="{D9629686-8CEF-9D3D-E614-FF75B7C75A58}"/>
              </a:ext>
            </a:extLst>
          </p:cNvPr>
          <p:cNvSpPr txBox="1"/>
          <p:nvPr/>
        </p:nvSpPr>
        <p:spPr>
          <a:xfrm>
            <a:off x="1541943" y="1836965"/>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LITTEL AMY</a:t>
            </a:r>
            <a:endParaRPr lang="nl-BE" sz="1800" dirty="0">
              <a:solidFill>
                <a:schemeClr val="bg1"/>
              </a:solidFill>
              <a:latin typeface="Söhne Schmal Halbfett" panose="020B0604020202020204"/>
            </a:endParaRPr>
          </a:p>
        </p:txBody>
      </p:sp>
      <p:sp>
        <p:nvSpPr>
          <p:cNvPr id="7" name="Tekstvak 6">
            <a:extLst>
              <a:ext uri="{FF2B5EF4-FFF2-40B4-BE49-F238E27FC236}">
                <a16:creationId xmlns:a16="http://schemas.microsoft.com/office/drawing/2014/main" id="{E8DDFA1A-A298-2296-E6B6-542A21C4125F}"/>
              </a:ext>
            </a:extLst>
          </p:cNvPr>
          <p:cNvSpPr txBox="1"/>
          <p:nvPr/>
        </p:nvSpPr>
        <p:spPr>
          <a:xfrm>
            <a:off x="947483" y="2322022"/>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6</a:t>
            </a:r>
            <a:endParaRPr lang="nl-BE" sz="1800" dirty="0">
              <a:solidFill>
                <a:schemeClr val="bg1"/>
              </a:solidFill>
              <a:latin typeface="Söhne Schmal Halbfett" panose="020B0604020202020204"/>
            </a:endParaRPr>
          </a:p>
        </p:txBody>
      </p:sp>
      <p:sp>
        <p:nvSpPr>
          <p:cNvPr id="8" name="Tekstvak 7">
            <a:extLst>
              <a:ext uri="{FF2B5EF4-FFF2-40B4-BE49-F238E27FC236}">
                <a16:creationId xmlns:a16="http://schemas.microsoft.com/office/drawing/2014/main" id="{58300F2E-BBDB-5EEE-5D66-1A9EF18FBEB5}"/>
              </a:ext>
            </a:extLst>
          </p:cNvPr>
          <p:cNvSpPr txBox="1"/>
          <p:nvPr/>
        </p:nvSpPr>
        <p:spPr>
          <a:xfrm>
            <a:off x="1541943" y="2322022"/>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VAN HEESWIJK AMBER</a:t>
            </a:r>
            <a:endParaRPr lang="nl-BE" sz="1800" dirty="0">
              <a:solidFill>
                <a:schemeClr val="bg1"/>
              </a:solidFill>
              <a:latin typeface="Söhne Schmal Halbfett" panose="020B0604020202020204"/>
            </a:endParaRPr>
          </a:p>
        </p:txBody>
      </p:sp>
      <p:sp>
        <p:nvSpPr>
          <p:cNvPr id="9" name="Tekstvak 8">
            <a:extLst>
              <a:ext uri="{FF2B5EF4-FFF2-40B4-BE49-F238E27FC236}">
                <a16:creationId xmlns:a16="http://schemas.microsoft.com/office/drawing/2014/main" id="{0AA42E50-925F-141D-318D-FB983CBDFE47}"/>
              </a:ext>
            </a:extLst>
          </p:cNvPr>
          <p:cNvSpPr txBox="1"/>
          <p:nvPr/>
        </p:nvSpPr>
        <p:spPr>
          <a:xfrm>
            <a:off x="947483" y="2807079"/>
            <a:ext cx="538417" cy="369332"/>
          </a:xfrm>
          <a:prstGeom prst="rect">
            <a:avLst/>
          </a:prstGeom>
          <a:noFill/>
          <a:ln>
            <a:solidFill>
              <a:schemeClr val="bg1"/>
            </a:solidFill>
          </a:ln>
        </p:spPr>
        <p:txBody>
          <a:bodyPr wrap="square" rtlCol="0">
            <a:spAutoFit/>
          </a:bodyPr>
          <a:lstStyle/>
          <a:p>
            <a:pPr lvl="0" algn="ctr"/>
            <a:r>
              <a:rPr lang="nl-BE" b="1" dirty="0">
                <a:solidFill>
                  <a:schemeClr val="bg1"/>
                </a:solidFill>
                <a:latin typeface="Söhne Schmal Halbfett" panose="020B0604020202020204"/>
              </a:rPr>
              <a:t>9</a:t>
            </a:r>
            <a:endParaRPr lang="nl-BE" sz="1800" dirty="0">
              <a:solidFill>
                <a:schemeClr val="bg1"/>
              </a:solidFill>
              <a:latin typeface="Söhne Schmal Halbfett" panose="020B0604020202020204"/>
            </a:endParaRPr>
          </a:p>
        </p:txBody>
      </p:sp>
      <p:sp>
        <p:nvSpPr>
          <p:cNvPr id="10" name="Tekstvak 9">
            <a:extLst>
              <a:ext uri="{FF2B5EF4-FFF2-40B4-BE49-F238E27FC236}">
                <a16:creationId xmlns:a16="http://schemas.microsoft.com/office/drawing/2014/main" id="{EB7F27DF-2877-9A91-BB08-7447F5A31D7E}"/>
              </a:ext>
            </a:extLst>
          </p:cNvPr>
          <p:cNvSpPr txBox="1"/>
          <p:nvPr/>
        </p:nvSpPr>
        <p:spPr>
          <a:xfrm>
            <a:off x="1541943" y="2807079"/>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PETRY LISA</a:t>
            </a:r>
            <a:endParaRPr lang="nl-BE" sz="1800" dirty="0">
              <a:solidFill>
                <a:schemeClr val="bg1"/>
              </a:solidFill>
              <a:latin typeface="Söhne Schmal Halbfett" panose="020B0604020202020204"/>
            </a:endParaRPr>
          </a:p>
        </p:txBody>
      </p:sp>
      <p:sp>
        <p:nvSpPr>
          <p:cNvPr id="11" name="Tekstvak 10">
            <a:extLst>
              <a:ext uri="{FF2B5EF4-FFF2-40B4-BE49-F238E27FC236}">
                <a16:creationId xmlns:a16="http://schemas.microsoft.com/office/drawing/2014/main" id="{938B71C5-617B-4870-CA10-9D99FCAD1F64}"/>
              </a:ext>
            </a:extLst>
          </p:cNvPr>
          <p:cNvSpPr txBox="1"/>
          <p:nvPr/>
        </p:nvSpPr>
        <p:spPr>
          <a:xfrm>
            <a:off x="947483" y="3292136"/>
            <a:ext cx="538417" cy="369332"/>
          </a:xfrm>
          <a:prstGeom prst="rect">
            <a:avLst/>
          </a:prstGeom>
          <a:noFill/>
          <a:ln>
            <a:solidFill>
              <a:schemeClr val="bg1"/>
            </a:solidFill>
          </a:ln>
        </p:spPr>
        <p:txBody>
          <a:bodyPr wrap="square" rtlCol="0">
            <a:spAutoFit/>
          </a:bodyPr>
          <a:lstStyle/>
          <a:p>
            <a:pPr lvl="0" algn="ctr"/>
            <a:r>
              <a:rPr lang="nl-BE" b="1" dirty="0">
                <a:solidFill>
                  <a:schemeClr val="bg1"/>
                </a:solidFill>
                <a:latin typeface="Söhne Schmal Halbfett" panose="020B0604020202020204"/>
              </a:rPr>
              <a:t>11</a:t>
            </a:r>
            <a:endParaRPr lang="nl-BE" sz="1800" dirty="0">
              <a:solidFill>
                <a:schemeClr val="bg1"/>
              </a:solidFill>
              <a:latin typeface="Söhne Schmal Halbfett" panose="020B0604020202020204"/>
            </a:endParaRPr>
          </a:p>
        </p:txBody>
      </p:sp>
      <p:sp>
        <p:nvSpPr>
          <p:cNvPr id="12" name="Tekstvak 11">
            <a:extLst>
              <a:ext uri="{FF2B5EF4-FFF2-40B4-BE49-F238E27FC236}">
                <a16:creationId xmlns:a16="http://schemas.microsoft.com/office/drawing/2014/main" id="{2825733B-3DF6-97CE-FF32-282F35BAF98F}"/>
              </a:ext>
            </a:extLst>
          </p:cNvPr>
          <p:cNvSpPr txBox="1"/>
          <p:nvPr/>
        </p:nvSpPr>
        <p:spPr>
          <a:xfrm>
            <a:off x="1541943" y="3292136"/>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BOUTIBIE RANIA</a:t>
            </a:r>
            <a:endParaRPr lang="nl-BE" sz="1800" dirty="0">
              <a:solidFill>
                <a:schemeClr val="bg1"/>
              </a:solidFill>
              <a:latin typeface="Söhne Schmal Halbfett" panose="020B0604020202020204"/>
            </a:endParaRPr>
          </a:p>
        </p:txBody>
      </p:sp>
      <p:sp>
        <p:nvSpPr>
          <p:cNvPr id="13" name="Tekstvak 12">
            <a:extLst>
              <a:ext uri="{FF2B5EF4-FFF2-40B4-BE49-F238E27FC236}">
                <a16:creationId xmlns:a16="http://schemas.microsoft.com/office/drawing/2014/main" id="{740D0D8A-F4FE-1A3C-DD85-E9C5CD1CB5D5}"/>
              </a:ext>
            </a:extLst>
          </p:cNvPr>
          <p:cNvSpPr txBox="1"/>
          <p:nvPr/>
        </p:nvSpPr>
        <p:spPr>
          <a:xfrm>
            <a:off x="947483" y="3757502"/>
            <a:ext cx="538417" cy="369332"/>
          </a:xfrm>
          <a:prstGeom prst="rect">
            <a:avLst/>
          </a:prstGeom>
          <a:noFill/>
          <a:ln>
            <a:solidFill>
              <a:schemeClr val="bg1"/>
            </a:solidFill>
          </a:ln>
        </p:spPr>
        <p:txBody>
          <a:bodyPr wrap="square" rtlCol="0">
            <a:spAutoFit/>
          </a:bodyPr>
          <a:lstStyle/>
          <a:p>
            <a:pPr lvl="0" algn="ctr"/>
            <a:r>
              <a:rPr lang="nl-BE" b="1" dirty="0">
                <a:solidFill>
                  <a:schemeClr val="bg1"/>
                </a:solidFill>
                <a:latin typeface="Söhne Schmal Halbfett" panose="020B0604020202020204"/>
              </a:rPr>
              <a:t>13</a:t>
            </a:r>
            <a:endParaRPr lang="nl-BE" sz="1800" dirty="0">
              <a:solidFill>
                <a:schemeClr val="bg1"/>
              </a:solidFill>
              <a:latin typeface="Söhne Schmal Halbfett" panose="020B0604020202020204"/>
            </a:endParaRPr>
          </a:p>
        </p:txBody>
      </p:sp>
      <p:sp>
        <p:nvSpPr>
          <p:cNvPr id="14" name="Tekstvak 13">
            <a:extLst>
              <a:ext uri="{FF2B5EF4-FFF2-40B4-BE49-F238E27FC236}">
                <a16:creationId xmlns:a16="http://schemas.microsoft.com/office/drawing/2014/main" id="{62A3F260-5D54-8CA0-EE94-606937AA01F4}"/>
              </a:ext>
            </a:extLst>
          </p:cNvPr>
          <p:cNvSpPr txBox="1"/>
          <p:nvPr/>
        </p:nvSpPr>
        <p:spPr>
          <a:xfrm>
            <a:off x="1541943" y="3757502"/>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KERKHOVE ANGEL</a:t>
            </a:r>
            <a:endParaRPr lang="nl-BE" sz="1800" dirty="0">
              <a:solidFill>
                <a:schemeClr val="bg1"/>
              </a:solidFill>
              <a:latin typeface="Söhne Schmal Halbfett" panose="020B0604020202020204"/>
            </a:endParaRPr>
          </a:p>
        </p:txBody>
      </p:sp>
      <p:sp>
        <p:nvSpPr>
          <p:cNvPr id="38" name="Tekstvak 37">
            <a:extLst>
              <a:ext uri="{FF2B5EF4-FFF2-40B4-BE49-F238E27FC236}">
                <a16:creationId xmlns:a16="http://schemas.microsoft.com/office/drawing/2014/main" id="{D44F0B7D-7675-C615-AD74-F5D02871C619}"/>
              </a:ext>
            </a:extLst>
          </p:cNvPr>
          <p:cNvSpPr txBox="1"/>
          <p:nvPr/>
        </p:nvSpPr>
        <p:spPr>
          <a:xfrm>
            <a:off x="947483" y="4242559"/>
            <a:ext cx="538417" cy="369332"/>
          </a:xfrm>
          <a:prstGeom prst="rect">
            <a:avLst/>
          </a:prstGeom>
          <a:noFill/>
          <a:ln>
            <a:solidFill>
              <a:schemeClr val="bg1"/>
            </a:solidFill>
          </a:ln>
        </p:spPr>
        <p:txBody>
          <a:bodyPr wrap="square" rtlCol="0">
            <a:spAutoFit/>
          </a:bodyPr>
          <a:lstStyle/>
          <a:p>
            <a:pPr lvl="0" algn="ctr"/>
            <a:r>
              <a:rPr lang="nl-BE" b="1" dirty="0">
                <a:solidFill>
                  <a:schemeClr val="bg1"/>
                </a:solidFill>
                <a:latin typeface="Söhne Schmal Halbfett" panose="020B0604020202020204"/>
              </a:rPr>
              <a:t>14</a:t>
            </a:r>
            <a:endParaRPr lang="nl-BE" sz="1800" dirty="0">
              <a:solidFill>
                <a:schemeClr val="bg1"/>
              </a:solidFill>
              <a:latin typeface="Söhne Schmal Halbfett" panose="020B0604020202020204"/>
            </a:endParaRPr>
          </a:p>
        </p:txBody>
      </p:sp>
      <p:sp>
        <p:nvSpPr>
          <p:cNvPr id="39" name="Tekstvak 38">
            <a:extLst>
              <a:ext uri="{FF2B5EF4-FFF2-40B4-BE49-F238E27FC236}">
                <a16:creationId xmlns:a16="http://schemas.microsoft.com/office/drawing/2014/main" id="{D1483535-B8BB-73D8-538E-0B4B6D7C72DE}"/>
              </a:ext>
            </a:extLst>
          </p:cNvPr>
          <p:cNvSpPr txBox="1"/>
          <p:nvPr/>
        </p:nvSpPr>
        <p:spPr>
          <a:xfrm>
            <a:off x="1541943" y="4242559"/>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GIELEN STERRE</a:t>
            </a:r>
            <a:endParaRPr lang="nl-BE" sz="1800" dirty="0">
              <a:solidFill>
                <a:schemeClr val="bg1"/>
              </a:solidFill>
              <a:latin typeface="Söhne Schmal Halbfett" panose="020B0604020202020204"/>
            </a:endParaRPr>
          </a:p>
        </p:txBody>
      </p:sp>
      <p:sp>
        <p:nvSpPr>
          <p:cNvPr id="42" name="Tekstvak 41">
            <a:extLst>
              <a:ext uri="{FF2B5EF4-FFF2-40B4-BE49-F238E27FC236}">
                <a16:creationId xmlns:a16="http://schemas.microsoft.com/office/drawing/2014/main" id="{CDD1ECFD-930F-9E0E-E4E6-EACBD3E0883D}"/>
              </a:ext>
            </a:extLst>
          </p:cNvPr>
          <p:cNvSpPr txBox="1"/>
          <p:nvPr/>
        </p:nvSpPr>
        <p:spPr>
          <a:xfrm>
            <a:off x="947483" y="4727616"/>
            <a:ext cx="538417" cy="369332"/>
          </a:xfrm>
          <a:prstGeom prst="rect">
            <a:avLst/>
          </a:prstGeom>
          <a:noFill/>
          <a:ln>
            <a:solidFill>
              <a:schemeClr val="bg1"/>
            </a:solidFill>
          </a:ln>
        </p:spPr>
        <p:txBody>
          <a:bodyPr wrap="square" rtlCol="0">
            <a:spAutoFit/>
          </a:bodyPr>
          <a:lstStyle/>
          <a:p>
            <a:pPr lvl="0" algn="ctr"/>
            <a:r>
              <a:rPr lang="nl-BE" b="1" dirty="0">
                <a:solidFill>
                  <a:schemeClr val="bg1"/>
                </a:solidFill>
                <a:latin typeface="Söhne Schmal Halbfett" panose="020B0604020202020204"/>
              </a:rPr>
              <a:t>16</a:t>
            </a:r>
            <a:endParaRPr lang="nl-BE" sz="1800" dirty="0">
              <a:solidFill>
                <a:schemeClr val="bg1"/>
              </a:solidFill>
              <a:latin typeface="Söhne Schmal Halbfett" panose="020B0604020202020204"/>
            </a:endParaRPr>
          </a:p>
        </p:txBody>
      </p:sp>
      <p:sp>
        <p:nvSpPr>
          <p:cNvPr id="43" name="Tekstvak 42">
            <a:extLst>
              <a:ext uri="{FF2B5EF4-FFF2-40B4-BE49-F238E27FC236}">
                <a16:creationId xmlns:a16="http://schemas.microsoft.com/office/drawing/2014/main" id="{0061841A-3B57-560B-0DC7-5670BE0F48CD}"/>
              </a:ext>
            </a:extLst>
          </p:cNvPr>
          <p:cNvSpPr txBox="1"/>
          <p:nvPr/>
        </p:nvSpPr>
        <p:spPr>
          <a:xfrm>
            <a:off x="1541943" y="4727616"/>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MARTLE MARGEAUX</a:t>
            </a:r>
            <a:endParaRPr lang="nl-BE" sz="1800" dirty="0">
              <a:solidFill>
                <a:schemeClr val="bg1"/>
              </a:solidFill>
              <a:latin typeface="Söhne Schmal Halbfett" panose="020B0604020202020204"/>
            </a:endParaRPr>
          </a:p>
        </p:txBody>
      </p:sp>
      <p:sp>
        <p:nvSpPr>
          <p:cNvPr id="44" name="Tekstvak 43">
            <a:extLst>
              <a:ext uri="{FF2B5EF4-FFF2-40B4-BE49-F238E27FC236}">
                <a16:creationId xmlns:a16="http://schemas.microsoft.com/office/drawing/2014/main" id="{F4019862-D38E-50E6-46F9-7F8CDDFCB306}"/>
              </a:ext>
            </a:extLst>
          </p:cNvPr>
          <p:cNvSpPr txBox="1"/>
          <p:nvPr/>
        </p:nvSpPr>
        <p:spPr>
          <a:xfrm>
            <a:off x="947483" y="5212673"/>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18</a:t>
            </a:r>
            <a:endParaRPr lang="nl-BE" sz="1800" dirty="0">
              <a:solidFill>
                <a:schemeClr val="bg1"/>
              </a:solidFill>
              <a:latin typeface="Söhne Schmal Halbfett" panose="020B0604020202020204"/>
            </a:endParaRPr>
          </a:p>
        </p:txBody>
      </p:sp>
      <p:sp>
        <p:nvSpPr>
          <p:cNvPr id="45" name="Tekstvak 44">
            <a:extLst>
              <a:ext uri="{FF2B5EF4-FFF2-40B4-BE49-F238E27FC236}">
                <a16:creationId xmlns:a16="http://schemas.microsoft.com/office/drawing/2014/main" id="{D302BAD5-1F58-EB82-64BF-7AC6E4F62973}"/>
              </a:ext>
            </a:extLst>
          </p:cNvPr>
          <p:cNvSpPr txBox="1"/>
          <p:nvPr/>
        </p:nvSpPr>
        <p:spPr>
          <a:xfrm>
            <a:off x="1541943" y="5212673"/>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ILIANO ISABELLE</a:t>
            </a:r>
            <a:endParaRPr lang="nl-BE" sz="1800" dirty="0">
              <a:solidFill>
                <a:schemeClr val="bg1"/>
              </a:solidFill>
              <a:latin typeface="Söhne Schmal Halbfett" panose="020B0604020202020204"/>
            </a:endParaRPr>
          </a:p>
        </p:txBody>
      </p:sp>
      <p:sp>
        <p:nvSpPr>
          <p:cNvPr id="46" name="Tekstvak 45">
            <a:extLst>
              <a:ext uri="{FF2B5EF4-FFF2-40B4-BE49-F238E27FC236}">
                <a16:creationId xmlns:a16="http://schemas.microsoft.com/office/drawing/2014/main" id="{E8FA7951-A167-051F-F4D9-C70E5243EF4A}"/>
              </a:ext>
            </a:extLst>
          </p:cNvPr>
          <p:cNvSpPr txBox="1"/>
          <p:nvPr/>
        </p:nvSpPr>
        <p:spPr>
          <a:xfrm>
            <a:off x="947483" y="5697730"/>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20</a:t>
            </a:r>
            <a:endParaRPr lang="nl-BE" sz="1800" dirty="0">
              <a:solidFill>
                <a:schemeClr val="bg1"/>
              </a:solidFill>
              <a:latin typeface="Söhne Schmal Halbfett" panose="020B0604020202020204"/>
            </a:endParaRPr>
          </a:p>
        </p:txBody>
      </p:sp>
      <p:sp>
        <p:nvSpPr>
          <p:cNvPr id="47" name="Tekstvak 46">
            <a:extLst>
              <a:ext uri="{FF2B5EF4-FFF2-40B4-BE49-F238E27FC236}">
                <a16:creationId xmlns:a16="http://schemas.microsoft.com/office/drawing/2014/main" id="{48A59FE6-E106-567D-CD8E-EE88F6581844}"/>
              </a:ext>
            </a:extLst>
          </p:cNvPr>
          <p:cNvSpPr txBox="1"/>
          <p:nvPr/>
        </p:nvSpPr>
        <p:spPr>
          <a:xfrm>
            <a:off x="1541943" y="5697730"/>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GOEMAERE AMELINE</a:t>
            </a:r>
            <a:endParaRPr lang="nl-BE" sz="1800" dirty="0">
              <a:solidFill>
                <a:schemeClr val="bg1"/>
              </a:solidFill>
              <a:latin typeface="Söhne Schmal Halbfett" panose="020B0604020202020204"/>
            </a:endParaRPr>
          </a:p>
        </p:txBody>
      </p:sp>
      <p:sp>
        <p:nvSpPr>
          <p:cNvPr id="48" name="Tekstvak 47">
            <a:extLst>
              <a:ext uri="{FF2B5EF4-FFF2-40B4-BE49-F238E27FC236}">
                <a16:creationId xmlns:a16="http://schemas.microsoft.com/office/drawing/2014/main" id="{B3F70341-A8B2-CBCC-DF47-21C80D3C6E3D}"/>
              </a:ext>
            </a:extLst>
          </p:cNvPr>
          <p:cNvSpPr txBox="1"/>
          <p:nvPr/>
        </p:nvSpPr>
        <p:spPr>
          <a:xfrm>
            <a:off x="6858002" y="1371599"/>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24</a:t>
            </a:r>
            <a:endParaRPr lang="nl-BE" sz="1800" dirty="0">
              <a:solidFill>
                <a:schemeClr val="bg1"/>
              </a:solidFill>
              <a:latin typeface="Söhne Schmal Halbfett" panose="020B0604020202020204"/>
            </a:endParaRPr>
          </a:p>
        </p:txBody>
      </p:sp>
      <p:sp>
        <p:nvSpPr>
          <p:cNvPr id="49" name="Tekstvak 48">
            <a:extLst>
              <a:ext uri="{FF2B5EF4-FFF2-40B4-BE49-F238E27FC236}">
                <a16:creationId xmlns:a16="http://schemas.microsoft.com/office/drawing/2014/main" id="{755E4F7D-0064-136B-C537-36AA53C8DC38}"/>
              </a:ext>
            </a:extLst>
          </p:cNvPr>
          <p:cNvSpPr txBox="1"/>
          <p:nvPr/>
        </p:nvSpPr>
        <p:spPr>
          <a:xfrm>
            <a:off x="7452462" y="1371599"/>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DE WOLF LUZ</a:t>
            </a:r>
            <a:endParaRPr lang="nl-BE" sz="1800" dirty="0">
              <a:solidFill>
                <a:schemeClr val="bg1"/>
              </a:solidFill>
              <a:latin typeface="Söhne Schmal Halbfett" panose="020B0604020202020204"/>
            </a:endParaRPr>
          </a:p>
        </p:txBody>
      </p:sp>
      <p:sp>
        <p:nvSpPr>
          <p:cNvPr id="50" name="Tekstvak 49">
            <a:extLst>
              <a:ext uri="{FF2B5EF4-FFF2-40B4-BE49-F238E27FC236}">
                <a16:creationId xmlns:a16="http://schemas.microsoft.com/office/drawing/2014/main" id="{36C9D9D2-CC06-F474-89A2-D2BAD6B98DCC}"/>
              </a:ext>
            </a:extLst>
          </p:cNvPr>
          <p:cNvSpPr txBox="1"/>
          <p:nvPr/>
        </p:nvSpPr>
        <p:spPr>
          <a:xfrm>
            <a:off x="6858002" y="1836965"/>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31</a:t>
            </a:r>
            <a:endParaRPr lang="nl-BE" sz="1800" dirty="0">
              <a:solidFill>
                <a:schemeClr val="bg1"/>
              </a:solidFill>
              <a:latin typeface="Söhne Schmal Halbfett" panose="020B0604020202020204"/>
            </a:endParaRPr>
          </a:p>
        </p:txBody>
      </p:sp>
      <p:sp>
        <p:nvSpPr>
          <p:cNvPr id="51" name="Tekstvak 50">
            <a:extLst>
              <a:ext uri="{FF2B5EF4-FFF2-40B4-BE49-F238E27FC236}">
                <a16:creationId xmlns:a16="http://schemas.microsoft.com/office/drawing/2014/main" id="{47BD3259-4121-0ADF-EC7B-F81E428FF745}"/>
              </a:ext>
            </a:extLst>
          </p:cNvPr>
          <p:cNvSpPr txBox="1"/>
          <p:nvPr/>
        </p:nvSpPr>
        <p:spPr>
          <a:xfrm>
            <a:off x="7452462" y="1836965"/>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ELFERINK MARIE</a:t>
            </a:r>
            <a:endParaRPr lang="nl-BE" sz="1800" dirty="0">
              <a:solidFill>
                <a:schemeClr val="bg1"/>
              </a:solidFill>
              <a:latin typeface="Söhne Schmal Halbfett" panose="020B0604020202020204"/>
            </a:endParaRPr>
          </a:p>
        </p:txBody>
      </p:sp>
      <p:sp>
        <p:nvSpPr>
          <p:cNvPr id="52" name="Tekstvak 51">
            <a:extLst>
              <a:ext uri="{FF2B5EF4-FFF2-40B4-BE49-F238E27FC236}">
                <a16:creationId xmlns:a16="http://schemas.microsoft.com/office/drawing/2014/main" id="{2879C587-1694-3821-DD28-8AC8D896D097}"/>
              </a:ext>
            </a:extLst>
          </p:cNvPr>
          <p:cNvSpPr txBox="1"/>
          <p:nvPr/>
        </p:nvSpPr>
        <p:spPr>
          <a:xfrm>
            <a:off x="6858002" y="2322022"/>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41</a:t>
            </a:r>
            <a:endParaRPr lang="nl-BE" sz="1800" dirty="0">
              <a:solidFill>
                <a:schemeClr val="bg1"/>
              </a:solidFill>
              <a:latin typeface="Söhne Schmal Halbfett" panose="020B0604020202020204"/>
            </a:endParaRPr>
          </a:p>
        </p:txBody>
      </p:sp>
      <p:sp>
        <p:nvSpPr>
          <p:cNvPr id="53" name="Tekstvak 52">
            <a:extLst>
              <a:ext uri="{FF2B5EF4-FFF2-40B4-BE49-F238E27FC236}">
                <a16:creationId xmlns:a16="http://schemas.microsoft.com/office/drawing/2014/main" id="{2A3D7298-3CFC-4631-D33A-AB1BCFC83678}"/>
              </a:ext>
            </a:extLst>
          </p:cNvPr>
          <p:cNvSpPr txBox="1"/>
          <p:nvPr/>
        </p:nvSpPr>
        <p:spPr>
          <a:xfrm>
            <a:off x="7452462" y="2322022"/>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VANDERHAEGEN LOTTE</a:t>
            </a:r>
            <a:endParaRPr lang="nl-BE" sz="1800" dirty="0">
              <a:solidFill>
                <a:schemeClr val="bg1"/>
              </a:solidFill>
              <a:latin typeface="Söhne Schmal Halbfett" panose="020B0604020202020204"/>
            </a:endParaRPr>
          </a:p>
        </p:txBody>
      </p:sp>
      <p:sp>
        <p:nvSpPr>
          <p:cNvPr id="54" name="Tekstvak 53">
            <a:extLst>
              <a:ext uri="{FF2B5EF4-FFF2-40B4-BE49-F238E27FC236}">
                <a16:creationId xmlns:a16="http://schemas.microsoft.com/office/drawing/2014/main" id="{092FF777-27D2-03C1-8AA7-7583BBF0ADCF}"/>
              </a:ext>
            </a:extLst>
          </p:cNvPr>
          <p:cNvSpPr txBox="1"/>
          <p:nvPr/>
        </p:nvSpPr>
        <p:spPr>
          <a:xfrm>
            <a:off x="6858002" y="2807079"/>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43</a:t>
            </a:r>
            <a:endParaRPr lang="nl-BE" sz="1800" dirty="0">
              <a:solidFill>
                <a:schemeClr val="bg1"/>
              </a:solidFill>
              <a:latin typeface="Söhne Schmal Halbfett" panose="020B0604020202020204"/>
            </a:endParaRPr>
          </a:p>
        </p:txBody>
      </p:sp>
      <p:sp>
        <p:nvSpPr>
          <p:cNvPr id="55" name="Tekstvak 54">
            <a:extLst>
              <a:ext uri="{FF2B5EF4-FFF2-40B4-BE49-F238E27FC236}">
                <a16:creationId xmlns:a16="http://schemas.microsoft.com/office/drawing/2014/main" id="{C478951A-74EE-BB49-3BFE-F1A6D8BC6DDB}"/>
              </a:ext>
            </a:extLst>
          </p:cNvPr>
          <p:cNvSpPr txBox="1"/>
          <p:nvPr/>
        </p:nvSpPr>
        <p:spPr>
          <a:xfrm>
            <a:off x="7452462" y="2807079"/>
            <a:ext cx="3792057" cy="369332"/>
          </a:xfrm>
          <a:prstGeom prst="rect">
            <a:avLst/>
          </a:prstGeom>
          <a:noFill/>
          <a:ln>
            <a:solidFill>
              <a:schemeClr val="bg1"/>
            </a:solidFill>
          </a:ln>
        </p:spPr>
        <p:txBody>
          <a:bodyPr wrap="square" rtlCol="0">
            <a:spAutoFit/>
          </a:bodyPr>
          <a:lstStyle/>
          <a:p>
            <a:pPr lvl="0" algn="ctr"/>
            <a:r>
              <a:rPr lang="nl-BE" b="1" dirty="0">
                <a:solidFill>
                  <a:schemeClr val="bg1"/>
                </a:solidFill>
                <a:latin typeface="Söhne Schmal Halbfett" panose="020B0604020202020204"/>
              </a:rPr>
              <a:t>DE JONCKHEERE ESMEE</a:t>
            </a:r>
            <a:endParaRPr lang="nl-BE" sz="1800" dirty="0">
              <a:solidFill>
                <a:schemeClr val="bg1"/>
              </a:solidFill>
              <a:latin typeface="Söhne Schmal Halbfett" panose="020B0604020202020204"/>
            </a:endParaRPr>
          </a:p>
        </p:txBody>
      </p:sp>
      <p:sp>
        <p:nvSpPr>
          <p:cNvPr id="56" name="Tekstvak 55">
            <a:extLst>
              <a:ext uri="{FF2B5EF4-FFF2-40B4-BE49-F238E27FC236}">
                <a16:creationId xmlns:a16="http://schemas.microsoft.com/office/drawing/2014/main" id="{64F08D5E-6848-D94E-B2CF-2C7D82BBA338}"/>
              </a:ext>
            </a:extLst>
          </p:cNvPr>
          <p:cNvSpPr txBox="1"/>
          <p:nvPr/>
        </p:nvSpPr>
        <p:spPr>
          <a:xfrm>
            <a:off x="6858002" y="3292136"/>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46</a:t>
            </a:r>
            <a:endParaRPr lang="nl-BE" sz="1800" dirty="0">
              <a:solidFill>
                <a:schemeClr val="bg1"/>
              </a:solidFill>
              <a:latin typeface="Söhne Schmal Halbfett" panose="020B0604020202020204"/>
            </a:endParaRPr>
          </a:p>
        </p:txBody>
      </p:sp>
      <p:sp>
        <p:nvSpPr>
          <p:cNvPr id="57" name="Tekstvak 56">
            <a:extLst>
              <a:ext uri="{FF2B5EF4-FFF2-40B4-BE49-F238E27FC236}">
                <a16:creationId xmlns:a16="http://schemas.microsoft.com/office/drawing/2014/main" id="{46182CFC-00C6-FB13-F7BE-E81F7384B938}"/>
              </a:ext>
            </a:extLst>
          </p:cNvPr>
          <p:cNvSpPr txBox="1"/>
          <p:nvPr/>
        </p:nvSpPr>
        <p:spPr>
          <a:xfrm>
            <a:off x="7452462" y="3292136"/>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REYNEBEAU CLEMENTINE</a:t>
            </a:r>
            <a:endParaRPr lang="nl-BE" sz="1800" dirty="0">
              <a:solidFill>
                <a:schemeClr val="bg1"/>
              </a:solidFill>
              <a:latin typeface="Söhne Schmal Halbfett" panose="020B0604020202020204"/>
            </a:endParaRPr>
          </a:p>
        </p:txBody>
      </p:sp>
      <p:sp>
        <p:nvSpPr>
          <p:cNvPr id="58" name="Tekstvak 57">
            <a:extLst>
              <a:ext uri="{FF2B5EF4-FFF2-40B4-BE49-F238E27FC236}">
                <a16:creationId xmlns:a16="http://schemas.microsoft.com/office/drawing/2014/main" id="{A154F4E9-71B1-664A-1FC4-844771420A9A}"/>
              </a:ext>
            </a:extLst>
          </p:cNvPr>
          <p:cNvSpPr txBox="1"/>
          <p:nvPr/>
        </p:nvSpPr>
        <p:spPr>
          <a:xfrm>
            <a:off x="6858002" y="3757502"/>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47</a:t>
            </a:r>
            <a:endParaRPr lang="nl-BE" sz="1800" dirty="0">
              <a:solidFill>
                <a:schemeClr val="bg1"/>
              </a:solidFill>
              <a:latin typeface="Söhne Schmal Halbfett" panose="020B0604020202020204"/>
            </a:endParaRPr>
          </a:p>
        </p:txBody>
      </p:sp>
      <p:sp>
        <p:nvSpPr>
          <p:cNvPr id="59" name="Tekstvak 58">
            <a:extLst>
              <a:ext uri="{FF2B5EF4-FFF2-40B4-BE49-F238E27FC236}">
                <a16:creationId xmlns:a16="http://schemas.microsoft.com/office/drawing/2014/main" id="{8A903297-4286-F3A3-8D6D-999E9F41332E}"/>
              </a:ext>
            </a:extLst>
          </p:cNvPr>
          <p:cNvSpPr txBox="1"/>
          <p:nvPr/>
        </p:nvSpPr>
        <p:spPr>
          <a:xfrm>
            <a:off x="7452462" y="3757502"/>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VANNESTE FREE</a:t>
            </a:r>
            <a:endParaRPr lang="nl-BE" sz="1800" dirty="0">
              <a:solidFill>
                <a:schemeClr val="bg1"/>
              </a:solidFill>
              <a:latin typeface="Söhne Schmal Halbfett" panose="020B0604020202020204"/>
            </a:endParaRPr>
          </a:p>
        </p:txBody>
      </p:sp>
      <p:sp>
        <p:nvSpPr>
          <p:cNvPr id="60" name="Tekstvak 59">
            <a:extLst>
              <a:ext uri="{FF2B5EF4-FFF2-40B4-BE49-F238E27FC236}">
                <a16:creationId xmlns:a16="http://schemas.microsoft.com/office/drawing/2014/main" id="{D938AD7F-64C8-3256-FAE5-9F5F04586F09}"/>
              </a:ext>
            </a:extLst>
          </p:cNvPr>
          <p:cNvSpPr txBox="1"/>
          <p:nvPr/>
        </p:nvSpPr>
        <p:spPr>
          <a:xfrm>
            <a:off x="6858002" y="4242559"/>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55</a:t>
            </a:r>
            <a:endParaRPr lang="nl-BE" sz="1800" dirty="0">
              <a:solidFill>
                <a:schemeClr val="bg1"/>
              </a:solidFill>
              <a:latin typeface="Söhne Schmal Halbfett" panose="020B0604020202020204"/>
            </a:endParaRPr>
          </a:p>
        </p:txBody>
      </p:sp>
      <p:sp>
        <p:nvSpPr>
          <p:cNvPr id="61" name="Tekstvak 60">
            <a:extLst>
              <a:ext uri="{FF2B5EF4-FFF2-40B4-BE49-F238E27FC236}">
                <a16:creationId xmlns:a16="http://schemas.microsoft.com/office/drawing/2014/main" id="{9715E08F-F6DB-5195-9BEE-FA7D2AC13893}"/>
              </a:ext>
            </a:extLst>
          </p:cNvPr>
          <p:cNvSpPr txBox="1"/>
          <p:nvPr/>
        </p:nvSpPr>
        <p:spPr>
          <a:xfrm>
            <a:off x="7452462" y="4242559"/>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NELEMANS KAYRA</a:t>
            </a:r>
            <a:endParaRPr lang="nl-BE" sz="1800" dirty="0">
              <a:solidFill>
                <a:schemeClr val="bg1"/>
              </a:solidFill>
              <a:latin typeface="Söhne Schmal Halbfett" panose="020B0604020202020204"/>
            </a:endParaRPr>
          </a:p>
        </p:txBody>
      </p:sp>
      <p:sp>
        <p:nvSpPr>
          <p:cNvPr id="62" name="Tekstvak 61">
            <a:extLst>
              <a:ext uri="{FF2B5EF4-FFF2-40B4-BE49-F238E27FC236}">
                <a16:creationId xmlns:a16="http://schemas.microsoft.com/office/drawing/2014/main" id="{450C566E-62B8-9E98-564C-5F64075C3AB7}"/>
              </a:ext>
            </a:extLst>
          </p:cNvPr>
          <p:cNvSpPr txBox="1"/>
          <p:nvPr/>
        </p:nvSpPr>
        <p:spPr>
          <a:xfrm>
            <a:off x="6858002" y="4727616"/>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65</a:t>
            </a:r>
            <a:endParaRPr lang="nl-BE" sz="1800" dirty="0">
              <a:solidFill>
                <a:schemeClr val="bg1"/>
              </a:solidFill>
              <a:latin typeface="Söhne Schmal Halbfett" panose="020B0604020202020204"/>
            </a:endParaRPr>
          </a:p>
        </p:txBody>
      </p:sp>
      <p:sp>
        <p:nvSpPr>
          <p:cNvPr id="63" name="Tekstvak 62">
            <a:extLst>
              <a:ext uri="{FF2B5EF4-FFF2-40B4-BE49-F238E27FC236}">
                <a16:creationId xmlns:a16="http://schemas.microsoft.com/office/drawing/2014/main" id="{2467496B-8320-7502-37C3-5534493856FA}"/>
              </a:ext>
            </a:extLst>
          </p:cNvPr>
          <p:cNvSpPr txBox="1"/>
          <p:nvPr/>
        </p:nvSpPr>
        <p:spPr>
          <a:xfrm>
            <a:off x="7452462" y="4727616"/>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CHARLOTTE</a:t>
            </a:r>
            <a:endParaRPr lang="nl-BE" sz="1800" dirty="0">
              <a:solidFill>
                <a:schemeClr val="bg1"/>
              </a:solidFill>
              <a:latin typeface="Söhne Schmal Halbfett" panose="020B0604020202020204"/>
            </a:endParaRPr>
          </a:p>
        </p:txBody>
      </p:sp>
      <p:sp>
        <p:nvSpPr>
          <p:cNvPr id="64" name="Tekstvak 63">
            <a:extLst>
              <a:ext uri="{FF2B5EF4-FFF2-40B4-BE49-F238E27FC236}">
                <a16:creationId xmlns:a16="http://schemas.microsoft.com/office/drawing/2014/main" id="{9A790A3D-989D-37F0-2CEB-707B8D98155C}"/>
              </a:ext>
            </a:extLst>
          </p:cNvPr>
          <p:cNvSpPr txBox="1"/>
          <p:nvPr/>
        </p:nvSpPr>
        <p:spPr>
          <a:xfrm>
            <a:off x="6858002" y="5212673"/>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67</a:t>
            </a:r>
            <a:endParaRPr lang="nl-BE" sz="1800" dirty="0">
              <a:solidFill>
                <a:schemeClr val="bg1"/>
              </a:solidFill>
              <a:latin typeface="Söhne Schmal Halbfett" panose="020B0604020202020204"/>
            </a:endParaRPr>
          </a:p>
        </p:txBody>
      </p:sp>
      <p:sp>
        <p:nvSpPr>
          <p:cNvPr id="65" name="Tekstvak 64">
            <a:extLst>
              <a:ext uri="{FF2B5EF4-FFF2-40B4-BE49-F238E27FC236}">
                <a16:creationId xmlns:a16="http://schemas.microsoft.com/office/drawing/2014/main" id="{B8816E65-5AF6-F133-55C6-CD03A747B6B3}"/>
              </a:ext>
            </a:extLst>
          </p:cNvPr>
          <p:cNvSpPr txBox="1"/>
          <p:nvPr/>
        </p:nvSpPr>
        <p:spPr>
          <a:xfrm>
            <a:off x="7452462" y="5212673"/>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PENNY LIEZE</a:t>
            </a:r>
            <a:endParaRPr lang="nl-BE" sz="1800" dirty="0">
              <a:solidFill>
                <a:schemeClr val="bg1"/>
              </a:solidFill>
              <a:latin typeface="Söhne Schmal Halbfett" panose="020B0604020202020204"/>
            </a:endParaRPr>
          </a:p>
        </p:txBody>
      </p:sp>
      <p:sp>
        <p:nvSpPr>
          <p:cNvPr id="66" name="Tekstvak 65">
            <a:extLst>
              <a:ext uri="{FF2B5EF4-FFF2-40B4-BE49-F238E27FC236}">
                <a16:creationId xmlns:a16="http://schemas.microsoft.com/office/drawing/2014/main" id="{ECE328DC-E7CE-2F80-0298-F42E782B0B6F}"/>
              </a:ext>
            </a:extLst>
          </p:cNvPr>
          <p:cNvSpPr txBox="1"/>
          <p:nvPr/>
        </p:nvSpPr>
        <p:spPr>
          <a:xfrm>
            <a:off x="6858002" y="5697730"/>
            <a:ext cx="53841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94</a:t>
            </a:r>
            <a:endParaRPr lang="nl-BE" sz="1800" dirty="0">
              <a:solidFill>
                <a:schemeClr val="bg1"/>
              </a:solidFill>
              <a:latin typeface="Söhne Schmal Halbfett" panose="020B0604020202020204"/>
            </a:endParaRPr>
          </a:p>
        </p:txBody>
      </p:sp>
      <p:sp>
        <p:nvSpPr>
          <p:cNvPr id="67" name="Tekstvak 66">
            <a:extLst>
              <a:ext uri="{FF2B5EF4-FFF2-40B4-BE49-F238E27FC236}">
                <a16:creationId xmlns:a16="http://schemas.microsoft.com/office/drawing/2014/main" id="{DE4E6D92-22BC-71A3-AADC-D27C604CE0E3}"/>
              </a:ext>
            </a:extLst>
          </p:cNvPr>
          <p:cNvSpPr txBox="1"/>
          <p:nvPr/>
        </p:nvSpPr>
        <p:spPr>
          <a:xfrm>
            <a:off x="7452462" y="5697730"/>
            <a:ext cx="3792057" cy="369332"/>
          </a:xfrm>
          <a:prstGeom prst="rect">
            <a:avLst/>
          </a:prstGeom>
          <a:noFill/>
          <a:ln>
            <a:solidFill>
              <a:schemeClr val="bg1"/>
            </a:solidFill>
          </a:ln>
        </p:spPr>
        <p:txBody>
          <a:bodyPr wrap="square" rtlCol="0">
            <a:spAutoFit/>
          </a:bodyPr>
          <a:lstStyle/>
          <a:p>
            <a:pPr lvl="0" algn="ctr"/>
            <a:r>
              <a:rPr lang="nl-BE" sz="1800" b="1" dirty="0">
                <a:solidFill>
                  <a:schemeClr val="bg1"/>
                </a:solidFill>
                <a:latin typeface="Söhne Schmal Halbfett" panose="020B0604020202020204"/>
              </a:rPr>
              <a:t>VAEYENS ELISE</a:t>
            </a:r>
            <a:endParaRPr lang="nl-BE" sz="1800" dirty="0">
              <a:solidFill>
                <a:schemeClr val="bg1"/>
              </a:solidFill>
              <a:latin typeface="Söhne Schmal Halbfett" panose="020B0604020202020204"/>
            </a:endParaRPr>
          </a:p>
        </p:txBody>
      </p:sp>
    </p:spTree>
    <p:extLst>
      <p:ext uri="{BB962C8B-B14F-4D97-AF65-F5344CB8AC3E}">
        <p14:creationId xmlns:p14="http://schemas.microsoft.com/office/powerpoint/2010/main" val="2523507220"/>
      </p:ext>
    </p:extLst>
  </p:cSld>
  <p:clrMapOvr>
    <a:masterClrMapping/>
  </p:clrMapOvr>
</p:sld>
</file>

<file path=ppt/theme/theme1.xml><?xml version="1.0" encoding="utf-8"?>
<a:theme xmlns:a="http://schemas.openxmlformats.org/drawingml/2006/main" name="Club Brugge Bla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lub Brugge Whi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lub NX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lub Busines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7DC8080E6FFBB46A46AF6A984F8AD68" ma:contentTypeVersion="16" ma:contentTypeDescription="Een nieuw document maken." ma:contentTypeScope="" ma:versionID="c241472b76f80f582e8d6010009e1eb1">
  <xsd:schema xmlns:xsd="http://www.w3.org/2001/XMLSchema" xmlns:xs="http://www.w3.org/2001/XMLSchema" xmlns:p="http://schemas.microsoft.com/office/2006/metadata/properties" xmlns:ns2="cda9fc3e-7496-4afc-9283-c5a80a30b163" xmlns:ns3="29441c91-0afd-42b3-940c-35b057d1f525" targetNamespace="http://schemas.microsoft.com/office/2006/metadata/properties" ma:root="true" ma:fieldsID="1d67ed06195f723af7d89ac0f18001a3" ns2:_="" ns3:_="">
    <xsd:import namespace="cda9fc3e-7496-4afc-9283-c5a80a30b163"/>
    <xsd:import namespace="29441c91-0afd-42b3-940c-35b057d1f525"/>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element ref="ns2:MediaServiceBilling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a9fc3e-7496-4afc-9283-c5a80a30b1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a094e329-3a7f-4127-a09c-3e3304d726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9441c91-0afd-42b3-940c-35b057d1f525"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55ed04a9-9e0b-4553-8636-a7d122348785}" ma:internalName="TaxCatchAll" ma:showField="CatchAllData" ma:web="29441c91-0afd-42b3-940c-35b057d1f525">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9441c91-0afd-42b3-940c-35b057d1f525" xsi:nil="true"/>
    <lcf76f155ced4ddcb4097134ff3c332f xmlns="cda9fc3e-7496-4afc-9283-c5a80a30b16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126C0AC-D98A-4DFF-AE25-BD097086E776}"/>
</file>

<file path=customXml/itemProps2.xml><?xml version="1.0" encoding="utf-8"?>
<ds:datastoreItem xmlns:ds="http://schemas.openxmlformats.org/officeDocument/2006/customXml" ds:itemID="{E3A642F3-B748-45B2-A777-5928F0AFE272}">
  <ds:schemaRefs>
    <ds:schemaRef ds:uri="http://schemas.microsoft.com/sharepoint/v3/contenttype/forms"/>
  </ds:schemaRefs>
</ds:datastoreItem>
</file>

<file path=customXml/itemProps3.xml><?xml version="1.0" encoding="utf-8"?>
<ds:datastoreItem xmlns:ds="http://schemas.openxmlformats.org/officeDocument/2006/customXml" ds:itemID="{EE5370B5-5687-488F-8177-E0C4E177B6DA}"/>
</file>

<file path=docProps/app.xml><?xml version="1.0" encoding="utf-8"?>
<Properties xmlns="http://schemas.openxmlformats.org/officeDocument/2006/extended-properties" xmlns:vt="http://schemas.openxmlformats.org/officeDocument/2006/docPropsVTypes">
  <TotalTime>0</TotalTime>
  <Words>98</Words>
  <Application>Microsoft Office PowerPoint</Application>
  <PresentationFormat>Breedbeeld</PresentationFormat>
  <Paragraphs>60</Paragraphs>
  <Slides>2</Slides>
  <Notes>2</Notes>
  <HiddenSlides>0</HiddenSlides>
  <MMClips>0</MMClips>
  <ScaleCrop>false</ScaleCrop>
  <HeadingPairs>
    <vt:vector size="6" baseType="variant">
      <vt:variant>
        <vt:lpstr>Gebruikte lettertypen</vt:lpstr>
      </vt:variant>
      <vt:variant>
        <vt:i4>12</vt:i4>
      </vt:variant>
      <vt:variant>
        <vt:lpstr>Thema</vt:lpstr>
      </vt:variant>
      <vt:variant>
        <vt:i4>4</vt:i4>
      </vt:variant>
      <vt:variant>
        <vt:lpstr>Diatitels</vt:lpstr>
      </vt:variant>
      <vt:variant>
        <vt:i4>2</vt:i4>
      </vt:variant>
    </vt:vector>
  </HeadingPairs>
  <TitlesOfParts>
    <vt:vector size="18" baseType="lpstr">
      <vt:lpstr>Söhne Breit Halbfett</vt:lpstr>
      <vt:lpstr>Söhne Breit Leicht</vt:lpstr>
      <vt:lpstr>Söhne Schmal Halbfett</vt:lpstr>
      <vt:lpstr>Aharoni</vt:lpstr>
      <vt:lpstr>Arial</vt:lpstr>
      <vt:lpstr>Söhne</vt:lpstr>
      <vt:lpstr>Söhne Schmal Halbfett Kursiv</vt:lpstr>
      <vt:lpstr>Söhne Schmal Fett</vt:lpstr>
      <vt:lpstr>Söhne Breit Kräftig</vt:lpstr>
      <vt:lpstr>Söhne Schmal</vt:lpstr>
      <vt:lpstr>Calibri</vt:lpstr>
      <vt:lpstr>Söhne Breit</vt:lpstr>
      <vt:lpstr>Club Brugge Black</vt:lpstr>
      <vt:lpstr>Club Brugge White</vt:lpstr>
      <vt:lpstr>Club NXT</vt:lpstr>
      <vt:lpstr>Club Business</vt:lpstr>
      <vt:lpstr>COMPETITION X</vt:lpstr>
      <vt:lpstr>COMPETITION 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Thijs Laurent</dc:creator>
  <cp:lastModifiedBy>Indyana Van Camp</cp:lastModifiedBy>
  <cp:revision>51</cp:revision>
  <cp:lastPrinted>2024-12-20T11:51:50Z</cp:lastPrinted>
  <dcterms:created xsi:type="dcterms:W3CDTF">2022-06-09T15:20:25Z</dcterms:created>
  <dcterms:modified xsi:type="dcterms:W3CDTF">2026-05-11T14:56:46Z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0x010100E7DC8080E6FFBB46A46AF6A984F8AD68</vt:lpwstr>
  </property>
</Properties>
</file>